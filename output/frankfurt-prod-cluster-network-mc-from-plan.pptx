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  <p:sldMasterId id="2147483992" r:id="rId2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1848">
          <p15:clr>
            <a:srgbClr val="A4A3A4"/>
          </p15:clr>
        </p15:guide>
        <p15:guide id="3" pos="1176">
          <p15:clr>
            <a:srgbClr val="A4A3A4"/>
          </p15:clr>
        </p15:guide>
        <p15:guide id="4" orient="horz" pos="1272">
          <p15:clr>
            <a:srgbClr val="A4A3A4"/>
          </p15:clr>
        </p15:guide>
        <p15:guide id="5" orient="horz" pos="1176">
          <p15:clr>
            <a:srgbClr val="A4A3A4"/>
          </p15:clr>
        </p15:guide>
        <p15:guide id="6" pos="2472">
          <p15:clr>
            <a:srgbClr val="A4A3A4"/>
          </p15:clr>
        </p15:guide>
        <p15:guide id="7" pos="2832">
          <p15:clr>
            <a:srgbClr val="A4A3A4"/>
          </p15:clr>
        </p15:guide>
        <p15:guide id="8" pos="3792">
          <p15:clr>
            <a:srgbClr val="A4A3A4"/>
          </p15:clr>
        </p15:guide>
        <p15:guide id="9" pos="4368">
          <p15:clr>
            <a:srgbClr val="A4A3A4"/>
          </p15:clr>
        </p15:guide>
        <p15:guide id="10" pos="5064">
          <p15:clr>
            <a:srgbClr val="A4A3A4"/>
          </p15:clr>
        </p15:guide>
        <p15:guide id="11" pos="5808">
          <p15:clr>
            <a:srgbClr val="A4A3A4"/>
          </p15:clr>
        </p15:guide>
        <p15:guide id="12" pos="6360">
          <p15:clr>
            <a:srgbClr val="A4A3A4"/>
          </p15:clr>
        </p15:guide>
        <p15:guide id="13" pos="68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6472"/>
    <a:srgbClr val="AE562C"/>
    <a:srgbClr val="FFFFFF"/>
    <a:srgbClr val="F5F4F2"/>
    <a:srgbClr val="F1F0EA"/>
    <a:srgbClr val="FCFBFA"/>
    <a:srgbClr val="2C5967"/>
    <a:srgbClr val="DE5B5B"/>
    <a:srgbClr val="E8908F"/>
    <a:srgbClr val="759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8" autoAdjust="0"/>
    <p:restoredTop sz="96314" autoAdjust="0"/>
  </p:normalViewPr>
  <p:slideViewPr>
    <p:cSldViewPr snapToGrid="0" showGuides="1">
      <p:cViewPr varScale="1">
        <p:scale>
          <a:sx n="108" d="100"/>
          <a:sy n="108" d="100"/>
        </p:scale>
        <p:origin x="426" y="108"/>
      </p:cViewPr>
      <p:guideLst>
        <p:guide orient="horz" pos="1800"/>
        <p:guide pos="1848"/>
        <p:guide pos="1176"/>
        <p:guide orient="horz" pos="1272"/>
        <p:guide orient="horz" pos="1176"/>
        <p:guide pos="2472"/>
        <p:guide pos="2832"/>
        <p:guide pos="3792"/>
        <p:guide pos="4368"/>
        <p:guide pos="5064"/>
        <p:guide pos="5808"/>
        <p:guide pos="6360"/>
        <p:guide pos="68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2" d="100"/>
          <a:sy n="92" d="100"/>
        </p:scale>
        <p:origin x="7302" y="114"/>
      </p:cViewPr>
      <p:guideLst>
        <p:guide orient="horz" pos="3888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E3E17-B44A-4596-8D97-7B13FA17E0E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1725275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11725275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7E909-7272-4510-B930-F110185FC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925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AED8D-77C2-42ED-9C50-449944E8E7F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5940425"/>
            <a:ext cx="5851525" cy="48609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725275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11725275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14B4C-E242-4560-92FD-22BB0C9A9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229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mailto:mailto:quietperiod_ww_grp@oracle.com" TargetMode="External"/><Relationship Id="rId2" Type="http://schemas.openxmlformats.org/officeDocument/2006/relationships/hyperlink" Target="https://confluence.oraclecorp.com/confluence/display/DemandCenter/Safe+Harbor+Disclosures+for+Presentations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eg"/><Relationship Id="rId4" Type="http://schemas.openxmlformats.org/officeDocument/2006/relationships/image" Target="../media/image4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jpeg"/><Relationship Id="rId4" Type="http://schemas.openxmlformats.org/officeDocument/2006/relationships/image" Target="../media/image4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jpeg"/><Relationship Id="rId4" Type="http://schemas.openxmlformats.org/officeDocument/2006/relationships/image" Target="../media/image4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jpeg"/><Relationship Id="rId4" Type="http://schemas.openxmlformats.org/officeDocument/2006/relationships/image" Target="../media/image4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eg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jpeg"/><Relationship Id="rId4" Type="http://schemas.openxmlformats.org/officeDocument/2006/relationships/image" Target="../media/image4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jpeg"/><Relationship Id="rId4" Type="http://schemas.openxmlformats.org/officeDocument/2006/relationships/image" Target="../media/image4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jpeg"/><Relationship Id="rId4" Type="http://schemas.openxmlformats.org/officeDocument/2006/relationships/image" Target="../media/image4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jpeg"/><Relationship Id="rId4" Type="http://schemas.openxmlformats.org/officeDocument/2006/relationships/image" Target="../media/image4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C96C0F11-AAE4-4147-BF68-F2C0EE130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0484" y="20917"/>
            <a:ext cx="4331516" cy="2542941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Title goes here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AE562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5595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3188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6349A69-90E3-45DB-BC86-3B7FB26B13E2}"/>
              </a:ext>
            </a:extLst>
          </p:cNvPr>
          <p:cNvSpPr/>
          <p:nvPr/>
        </p:nvSpPr>
        <p:spPr>
          <a:xfrm>
            <a:off x="0" y="0"/>
            <a:ext cx="190482" cy="6857365"/>
          </a:xfrm>
          <a:prstGeom prst="rect">
            <a:avLst/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968"/>
          </a:p>
        </p:txBody>
      </p:sp>
    </p:spTree>
    <p:extLst>
      <p:ext uri="{BB962C8B-B14F-4D97-AF65-F5344CB8AC3E}">
        <p14:creationId xmlns:p14="http://schemas.microsoft.com/office/powerpoint/2010/main" val="117721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1DBF8-F618-4198-88BA-FD1569B2979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E332461-0228-4CE6-818B-14050AF0840D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AA26E-E9A4-4CE1-9157-28062D2322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">
            <a:extLst>
              <a:ext uri="{FF2B5EF4-FFF2-40B4-BE49-F238E27FC236}">
                <a16:creationId xmlns:a16="http://schemas.microsoft.com/office/drawing/2014/main" id="{B9AD53CC-DC4B-493A-A31F-251C3681139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66763" y="1600201"/>
            <a:ext cx="10671175" cy="45069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3FB6D10-A56F-46BF-8672-E18296A83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10671048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7756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/Sub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709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201"/>
            <a:ext cx="10671175" cy="45069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7CF7386-AF3C-4BD8-832B-AC56F7B7E4F1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94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6109577" y="160857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OTag">
            <a:extLst>
              <a:ext uri="{FF2B5EF4-FFF2-40B4-BE49-F238E27FC236}">
                <a16:creationId xmlns:a16="http://schemas.microsoft.com/office/drawing/2014/main" id="{DDE8776E-BE08-D148-AA47-8308E0EAE40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D225CC8-2DCD-421C-8DA9-5A1321322184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734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b_Light - 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6109577" y="1608575"/>
            <a:ext cx="0" cy="137924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OTag">
            <a:extLst>
              <a:ext uri="{FF2B5EF4-FFF2-40B4-BE49-F238E27FC236}">
                <a16:creationId xmlns:a16="http://schemas.microsoft.com/office/drawing/2014/main" id="{DDE8776E-BE08-D148-AA47-8308E0EAE40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D225CC8-2DCD-421C-8DA9-5A1321322184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711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/Subtitl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8297"/>
            <a:ext cx="508406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6108521" y="1608298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297"/>
            <a:ext cx="508406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5FA2D-6C94-456B-8DE9-80C7A3BE2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06EC0-4AE6-4D7C-87DE-D393DC47ED9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41E71E9-A8ED-4FF5-B66D-14641AA84A5F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94DB29-C2B8-4F61-8419-EEE3D1E837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4C4FB3-367C-49DA-9BEF-99BD8CD346F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59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/>
        </p:nvCxnSpPr>
        <p:spPr>
          <a:xfrm>
            <a:off x="42634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56971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/>
        </p:nvCxnSpPr>
        <p:spPr>
          <a:xfrm>
            <a:off x="7951511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45067" y="1609725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6EEFB-7FCA-4C8C-BD9A-59CFF6BBA9A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BEB99C5-A240-43E3-B2F9-F67C2DE25171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95ECF-3404-41BC-B49D-2616D73127C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60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/Sub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4261915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/>
        </p:nvCxnSpPr>
        <p:spPr>
          <a:xfrm>
            <a:off x="7951236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5405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346C5096-6188-4396-9E8E-C7DC5E109130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44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 - Title/Sub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3300984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4261915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4"/>
            <a:ext cx="6981728" cy="45079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346C5096-6188-4396-9E8E-C7DC5E109130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89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4"/>
            <a:ext cx="2478024" cy="4525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/>
        </p:nvCxnSpPr>
        <p:spPr>
          <a:xfrm>
            <a:off x="3374450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02001" y="1609724"/>
            <a:ext cx="2478024" cy="4525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/>
        </p:nvCxnSpPr>
        <p:spPr>
          <a:xfrm>
            <a:off x="6107576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5127" y="1609724"/>
            <a:ext cx="2478024" cy="4525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Column Divider 3" descr="Column Divider">
            <a:extLst>
              <a:ext uri="{FF2B5EF4-FFF2-40B4-BE49-F238E27FC236}">
                <a16:creationId xmlns:a16="http://schemas.microsoft.com/office/drawing/2014/main" id="{0379F816-270D-4D0F-8838-510AA3E97C28}"/>
              </a:ext>
            </a:extLst>
          </p:cNvPr>
          <p:cNvCxnSpPr>
            <a:cxnSpLocks/>
          </p:cNvCxnSpPr>
          <p:nvPr/>
        </p:nvCxnSpPr>
        <p:spPr>
          <a:xfrm>
            <a:off x="8840702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4">
            <a:extLst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68254" y="1609724"/>
            <a:ext cx="2478024" cy="4525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65C0AC-7132-4356-88D4-79E4A49B2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31A1D-D1FF-4A37-8531-B67D54ED466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381BC09-957D-45CD-9E0C-0CFA8700F9F5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026-CA1C-465B-ADD5-AE1F9B7A077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64CFB-254B-4876-8556-026D173672E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159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/Subtitl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3373924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03061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/>
        </p:nvCxnSpPr>
        <p:spPr>
          <a:xfrm>
            <a:off x="6110222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9359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5" name="Column Divider 3" descr="Column Divider">
            <a:extLst>
              <a:ext uri="{FF2B5EF4-FFF2-40B4-BE49-F238E27FC236}">
                <a16:creationId xmlns:a16="http://schemas.microsoft.com/office/drawing/2014/main" id="{BE2D13B4-3BF3-4416-B638-87C59A2973BB}"/>
              </a:ext>
            </a:extLst>
          </p:cNvPr>
          <p:cNvCxnSpPr>
            <a:cxnSpLocks/>
          </p:cNvCxnSpPr>
          <p:nvPr/>
        </p:nvCxnSpPr>
        <p:spPr>
          <a:xfrm>
            <a:off x="8846520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4">
            <a:extLst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75659" y="1609725"/>
            <a:ext cx="2478024" cy="45069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191157-EC2D-4417-9959-2EA7D1DAF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88CBD-B05C-4885-A081-172C87DCAD8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1BEC230-374E-4E2A-8BB1-C01222A51658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E56F53-8C5C-4F85-9969-353868B64B2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9360B9-A253-468B-B3D3-70CC43B074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06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8875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8875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EED3DC-3691-46BD-9B48-E2C270C741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BE0263-5FD6-4DE6-B9D0-79EF81804AF3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144A390E-87D2-4CBA-AB20-722C39F2889C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C050F-728D-4BEF-B207-F42452F3527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46726-6BED-4C16-B2F2-97FDB0765DB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327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Numbered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10687050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fld id="{9AE8C36C-F008-469A-BF62-824F3D1C5E70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 dirty="0"/>
              <a:t>Copyright © 2022 Oracle and/or its affiliates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37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Numbered Outline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fld id="{E2FE6BCD-072B-4C98-999C-2F1BF08A8651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64986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59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/Sub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ubtitle">
            <a:extLst>
              <a:ext uri="{FF2B5EF4-FFF2-40B4-BE49-F238E27FC236}">
                <a16:creationId xmlns:a16="http://schemas.microsoft.com/office/drawing/2014/main" id="{F8627394-C302-DF4A-A2CC-76DC053BE2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76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676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56FC21-9E73-4F6F-9512-715B2F6AE7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4CAAD-4985-4FFF-BE24-1873DC385CA6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7567B211-6658-437D-83F1-FBB0057E47DE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6AD3B-D115-41B9-A024-91B560E170A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57306-2538-4D77-8134-400C30C727E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4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Tag">
            <a:extLst>
              <a:ext uri="{FF2B5EF4-FFF2-40B4-BE49-F238E27FC236}">
                <a16:creationId xmlns:a16="http://schemas.microsoft.com/office/drawing/2014/main" id="{0F682282-A332-4D5C-89F4-38480EC33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0" name="OTag">
            <a:extLst>
              <a:ext uri="{FF2B5EF4-FFF2-40B4-BE49-F238E27FC236}">
                <a16:creationId xmlns:a16="http://schemas.microsoft.com/office/drawing/2014/main" id="{00F1077A-D301-437A-8CE7-A0EA6CDEC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29D2F-E9BE-442D-8048-30D82B0F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7975-0B61-466D-9FCF-B31DF2BCED0C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9E66D-873C-4E3D-B665-952DA3AD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49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3D77D-CD9E-445C-8F26-904F65B5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8B69A-3FDC-4CAF-AA64-2A38456C3B7B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AEFA0-C12C-4365-A532-D29F8195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17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77B88C8-B304-42E2-BB3F-7BB2000C45BA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22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- Met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8E46438-F717-2B4C-BAC0-BFCDA780AA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76"/>
          <a:stretch/>
        </p:blipFill>
        <p:spPr>
          <a:xfrm>
            <a:off x="6044249" y="0"/>
            <a:ext cx="6147750" cy="6858000"/>
          </a:xfrm>
          <a:prstGeom prst="rect">
            <a:avLst/>
          </a:prstGeom>
        </p:spPr>
      </p:pic>
      <p:pic>
        <p:nvPicPr>
          <p:cNvPr id="23" name="OTag">
            <a:extLst>
              <a:ext uri="{FF2B5EF4-FFF2-40B4-BE49-F238E27FC236}">
                <a16:creationId xmlns:a16="http://schemas.microsoft.com/office/drawing/2014/main" id="{000C5F04-372F-427E-81C5-11434B356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217" y="6355080"/>
            <a:ext cx="502920" cy="50292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3AB0E-EC5F-476F-B6A9-E6F9CE84E9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1600200"/>
            <a:ext cx="5072063" cy="2319489"/>
          </a:xfrm>
        </p:spPr>
        <p:txBody>
          <a:bodyPr anchor="b" anchorCtr="0"/>
          <a:lstStyle>
            <a:lvl1pPr>
              <a:defRPr sz="6600" b="0">
                <a:solidFill>
                  <a:srgbClr val="AE562C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F74DF-FD68-4CDF-B4CE-342E7A165BC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4EB18A2-7EBE-4232-99F5-52F53521DCFC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C4B030-1E0B-4CB0-87B4-DF607257368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ADD7B5-9676-40DE-A88A-5EC3D33A65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39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ata Texture 07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81203-42C6-B54E-A5F8-FE2DAE3C0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OTag">
            <a:extLst>
              <a:ext uri="{FF2B5EF4-FFF2-40B4-BE49-F238E27FC236}">
                <a16:creationId xmlns:a16="http://schemas.microsoft.com/office/drawing/2014/main" id="{B620A016-1EBE-426A-BB19-967122948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FA4C3-C577-4944-B23B-0E8CEECA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1F94-A6C5-4BF7-A508-2C3B85711BB9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48FBC-C180-4348-924F-1AD0DE33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911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Safe Harb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7C5FACA-CB69-F341-96EC-260102929140}"/>
              </a:ext>
            </a:extLst>
          </p:cNvPr>
          <p:cNvSpPr txBox="1"/>
          <p:nvPr/>
        </p:nvSpPr>
        <p:spPr>
          <a:xfrm>
            <a:off x="766762" y="184150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lvl="0" indent="0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baseline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pPr lvl="0"/>
            <a:r>
              <a:rPr lang="en-US" dirty="0">
                <a:solidFill>
                  <a:schemeClr val="tx1"/>
                </a:solidFill>
                <a:latin typeface="+mn-lt"/>
                <a:cs typeface="Oracle Sans Tab" panose="020B0503020204020204" pitchFamily="34" charset="0"/>
              </a:rPr>
              <a:t>Safe harbor statement</a:t>
            </a:r>
          </a:p>
        </p:txBody>
      </p:sp>
      <p:sp>
        <p:nvSpPr>
          <p:cNvPr id="14" name="Text Field">
            <a:extLst>
              <a:ext uri="{FF2B5EF4-FFF2-40B4-BE49-F238E27FC236}">
                <a16:creationId xmlns:a16="http://schemas.microsoft.com/office/drawing/2014/main" id="{EA78FDD8-084D-2D41-A37D-7DE0C431B1DA}"/>
              </a:ext>
            </a:extLst>
          </p:cNvPr>
          <p:cNvSpPr txBox="1"/>
          <p:nvPr/>
        </p:nvSpPr>
        <p:spPr>
          <a:xfrm>
            <a:off x="766762" y="1608421"/>
            <a:ext cx="7987939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of August 2020, for most presentations, a safe harbor statement is no longer required, and you will not need to use this slide.  </a:t>
            </a:r>
            <a:b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8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forward looking statement safe harbor slide is required ONLY for external presentations that pertain to: product launches, executive presentations and keynotes at major events, and any event attended by financial analysts.</a:t>
            </a:r>
          </a:p>
          <a:p>
            <a:endParaRPr lang="en-US" sz="18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The notice is available at the </a:t>
            </a:r>
            <a:r>
              <a:rPr lang="en-US" u="sng" dirty="0">
                <a:solidFill>
                  <a:srgbClr val="00688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Safe Harbor Confluence Page</a:t>
            </a:r>
            <a:endParaRPr lang="en-US" dirty="0">
              <a:solidFill>
                <a:srgbClr val="00688C"/>
              </a:solidFill>
            </a:endParaRPr>
          </a:p>
          <a:p>
            <a:r>
              <a:rPr lang="en-US" dirty="0"/>
              <a:t>Contact for Forward Looking Statement: </a:t>
            </a:r>
            <a:r>
              <a:rPr lang="en-US" u="sng" dirty="0">
                <a:solidFill>
                  <a:srgbClr val="00688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quietperiod_ww_grp@oracle.com</a:t>
            </a:r>
            <a:endParaRPr lang="en-US" dirty="0">
              <a:solidFill>
                <a:srgbClr val="00688C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6628B-0EF0-416B-9E8E-3931DFCB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25676-9912-48C6-9E3A-F4D21A096116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72738-3834-418C-9636-B18B1A182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840CC-B289-4EEE-9D6C-A6440E686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16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Remot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AB1892A-1B3D-014D-B9C7-BCEDE316FD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0"/>
          <a:stretch/>
        </p:blipFill>
        <p:spPr>
          <a:xfrm>
            <a:off x="4876800" y="0"/>
            <a:ext cx="7315200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5816" y="2351724"/>
            <a:ext cx="6297167" cy="82296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2400" b="1" i="0" baseline="0"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Add title here. Also remove/replace placeholder image as needed.</a:t>
            </a:r>
          </a:p>
        </p:txBody>
      </p:sp>
      <p:sp>
        <p:nvSpPr>
          <p:cNvPr id="21" name="Text Field">
            <a:extLst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5816" y="3662156"/>
            <a:ext cx="6297168" cy="11324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Company</a:t>
            </a:r>
          </a:p>
          <a:p>
            <a:pPr lvl="0"/>
            <a:r>
              <a:rPr lang="en-US" dirty="0"/>
              <a:t>Date</a:t>
            </a:r>
          </a:p>
        </p:txBody>
      </p:sp>
      <p:pic>
        <p:nvPicPr>
          <p:cNvPr id="10" name="OTag">
            <a:extLst>
              <a:ext uri="{FF2B5EF4-FFF2-40B4-BE49-F238E27FC236}">
                <a16:creationId xmlns:a16="http://schemas.microsoft.com/office/drawing/2014/main" id="{3CE1CF95-2ED4-4044-A052-7E6E1867A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F5E131-FF87-4B2F-9DB6-B4DB095B758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86FB79-6AF9-4538-98F2-33825A26DEC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EC86372-ED1D-451E-A0DA-92F70A0393B1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D6A4509-AC78-4360-9126-01A3BC6609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2FCDC2-FBB6-46F4-9BD5-AE85C1DC3F2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Quote with Data Tex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1C13851-8F5A-3D4E-B2BF-9068624FC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0" name="OTag">
            <a:extLst>
              <a:ext uri="{FF2B5EF4-FFF2-40B4-BE49-F238E27FC236}">
                <a16:creationId xmlns:a16="http://schemas.microsoft.com/office/drawing/2014/main" id="{7DC71B8D-1AA8-1D49-9770-9D8CD0F61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BA19B719-F896-40D2-A59B-8E51E7D4B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8800"/>
            <a:ext cx="8049200" cy="2026447"/>
          </a:xfrm>
          <a:noFill/>
        </p:spPr>
        <p:txBody>
          <a:bodyPr vert="horz" wrap="square" lIns="0" tIns="0" rIns="0" bIns="0" rtlCol="0" anchor="b" anchorCtr="0">
            <a:noAutofit/>
          </a:bodyPr>
          <a:lstStyle>
            <a:lvl1pPr>
              <a:lnSpc>
                <a:spcPct val="100000"/>
              </a:lnSpc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logo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B09058E5-A74E-C340-89D0-4D15C2F3B8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" y="4540249"/>
            <a:ext cx="533399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2" name="Text Field 2">
            <a:extLst>
              <a:ext uri="{FF2B5EF4-FFF2-40B4-BE49-F238E27FC236}">
                <a16:creationId xmlns:a16="http://schemas.microsoft.com/office/drawing/2014/main" id="{36C31D35-A48A-6B46-A3DB-FDB99CCA72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1999" y="4877842"/>
            <a:ext cx="5333999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14A2E81-7AA0-4954-BF7E-C076C41AF7C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71067" y="1013988"/>
            <a:ext cx="2944208" cy="81481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logo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7ECA2C-4CF8-48ED-893A-2958F9909B90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/>
          <a:p>
            <a:fld id="{DCEB30A5-FB54-4DA1-B38D-1B7DE81C6A48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FDBCE-E35C-4859-AD9D-93665BD69FD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5130C2-E640-4887-BCA9-090F40084C88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68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Quot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ote">
            <a:extLst>
              <a:ext uri="{FF2B5EF4-FFF2-40B4-BE49-F238E27FC236}">
                <a16:creationId xmlns:a16="http://schemas.microsoft.com/office/drawing/2014/main" id="{A13E52A3-3B72-407D-BD94-ADB27B9FC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2844" y="2434528"/>
            <a:ext cx="6067096" cy="1846659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3000" b="0" dirty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image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04A571F4-71E4-264A-BBD5-0475995E68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72844" y="4983135"/>
            <a:ext cx="605462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1" name="Text Field 2">
            <a:extLst>
              <a:ext uri="{FF2B5EF4-FFF2-40B4-BE49-F238E27FC236}">
                <a16:creationId xmlns:a16="http://schemas.microsoft.com/office/drawing/2014/main" id="{CBFB97F9-F988-C34C-8B6D-BB4A4D8817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72844" y="5320728"/>
            <a:ext cx="6054629" cy="7863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pic>
        <p:nvPicPr>
          <p:cNvPr id="15" name="OTag">
            <a:extLst>
              <a:ext uri="{FF2B5EF4-FFF2-40B4-BE49-F238E27FC236}">
                <a16:creationId xmlns:a16="http://schemas.microsoft.com/office/drawing/2014/main" id="{D79573CA-7EF3-46CE-91D4-01D1A2F17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F9EF32-2876-8841-ADB8-707F8BDB8530}"/>
              </a:ext>
            </a:extLst>
          </p:cNvPr>
          <p:cNvSpPr txBox="1"/>
          <p:nvPr/>
        </p:nvSpPr>
        <p:spPr>
          <a:xfrm>
            <a:off x="1295730" y="3244334"/>
            <a:ext cx="228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Click to add image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48F56FAF-A389-4DEC-BCB5-7C2BCDEBE166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5434085" y="1206535"/>
            <a:ext cx="2944208" cy="841248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logo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5069B-D056-45AF-BC91-ABDBFD0C3D1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7CAF2-5875-4790-8762-15A8CDD16E08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fld id="{1412C781-9486-495F-9009-294AB81D9257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75504-AA80-48D0-ABE0-C3B4B0480FBA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A2E22D8-777D-4A4E-8190-9C7E9654A636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34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ight - 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4F52034-4D0B-8F48-A20F-8F40B1A92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448"/>
            <a:ext cx="6560075" cy="6858000"/>
          </a:xfrm>
          <a:prstGeom prst="rect">
            <a:avLst/>
          </a:prstGeom>
        </p:spPr>
      </p:pic>
      <p:pic>
        <p:nvPicPr>
          <p:cNvPr id="26" name="OTag">
            <a:extLst>
              <a:ext uri="{FF2B5EF4-FFF2-40B4-BE49-F238E27FC236}">
                <a16:creationId xmlns:a16="http://schemas.microsoft.com/office/drawing/2014/main" id="{42D6F87D-23AA-1D42-BDBA-F6833AC9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B80FBCF9-2936-4056-9408-59954380108C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E3889800-62E2-CF4C-97E0-CE1310E361A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60075" y="0"/>
            <a:ext cx="5631925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847055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4F52034-4D0B-8F48-A20F-8F40B1A92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448"/>
            <a:ext cx="12192000" cy="6858000"/>
          </a:xfrm>
          <a:prstGeom prst="rect">
            <a:avLst/>
          </a:prstGeom>
        </p:spPr>
      </p:pic>
      <p:pic>
        <p:nvPicPr>
          <p:cNvPr id="26" name="OTag">
            <a:extLst>
              <a:ext uri="{FF2B5EF4-FFF2-40B4-BE49-F238E27FC236}">
                <a16:creationId xmlns:a16="http://schemas.microsoft.com/office/drawing/2014/main" id="{42D6F87D-23AA-1D42-BDBA-F6833AC9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CD6C986A-168F-4D76-86BB-5B349F7604D5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3839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racle Logo" descr="Oracle Logo">
            <a:extLst>
              <a:ext uri="{FF2B5EF4-FFF2-40B4-BE49-F238E27FC236}">
                <a16:creationId xmlns:a16="http://schemas.microsoft.com/office/drawing/2014/main" id="{675A5E3C-9B7E-1248-9024-5EE790FC6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7854" y="2915192"/>
            <a:ext cx="4896293" cy="102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1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llustration">
            <a:extLst>
              <a:ext uri="{FF2B5EF4-FFF2-40B4-BE49-F238E27FC236}">
                <a16:creationId xmlns:a16="http://schemas.microsoft.com/office/drawing/2014/main" id="{A6848E87-AB7D-1E4B-A882-1731BB7C3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9260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38CAED-6966-416F-96DE-48D3061CAD63}"/>
              </a:ext>
            </a:extLst>
          </p:cNvPr>
          <p:cNvSpPr txBox="1"/>
          <p:nvPr/>
        </p:nvSpPr>
        <p:spPr>
          <a:xfrm>
            <a:off x="768876" y="2989724"/>
            <a:ext cx="8852644" cy="87855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lang="en-US" sz="3000" b="0" i="0" baseline="0" dirty="0">
                <a:latin typeface="+mj-lt"/>
                <a:cs typeface="+mj-cs"/>
              </a:defRPr>
            </a:lvl1pPr>
          </a:lstStyle>
          <a:p>
            <a:pPr lvl="0"/>
            <a:r>
              <a:rPr lang="en-US" dirty="0"/>
              <a:t>Our mission is to help people see data in new ways, discover insights, unlock endless possibilities.</a:t>
            </a:r>
          </a:p>
        </p:txBody>
      </p:sp>
    </p:spTree>
    <p:extLst>
      <p:ext uri="{BB962C8B-B14F-4D97-AF65-F5344CB8AC3E}">
        <p14:creationId xmlns:p14="http://schemas.microsoft.com/office/powerpoint/2010/main" val="985309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rand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Brand (up to 2 lines)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514C47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7D2267-8060-4E47-941D-1C718175FB56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9584B-D48B-42DB-A58B-544C997E63C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fld id="{17882C04-BD69-44ED-8337-6E34F787B2EF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22066-27D4-4B40-9794-1047C9932F4F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5E672-3E33-44E2-B5BA-B88BAB86607B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82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Finance / Operations 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Finance / Operations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315357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DDAA99-266A-4A1C-9F57-ACAD7EE3F259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85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loud Platform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Cloud Platform (up to two lines)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33553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4DD88A-3D12-4ED2-853D-5FBC3094E39D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7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HCM/HR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A7595F8-74F2-499E-B59F-E0985F8614CA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HCM/HR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6C3F49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</p:spTree>
    <p:extLst>
      <p:ext uri="{BB962C8B-B14F-4D97-AF65-F5344CB8AC3E}">
        <p14:creationId xmlns:p14="http://schemas.microsoft.com/office/powerpoint/2010/main" val="317405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atabase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Database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464F4F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E6D7C6-18B9-45E9-BC88-5820977E7B17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994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X/Marketing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Advertising and CX (up to two lines)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594564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3FBFA0-AD13-4C12-A92F-20A558F85DA8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33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eveloper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Developer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494D53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666896-EE4D-4940-8EEB-A10853BA5730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38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M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SCM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713F2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FCEEBC-8B55-4779-B6F6-7D71BD467A78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335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GBU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GBU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464C68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F17678-159B-4E0C-BDC5-8B50F64CAD9B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7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Netsuite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NetSuite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rgbClr val="2C526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2022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6B977C-A1F3-4584-90B9-75B6D9E246A9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59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ight - 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C5FF636-5AF7-9A48-9532-FFA3A18AD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E5522-276A-4151-B19E-B34F52E25495}" type="datetime1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BEA035-D7A5-4B84-9F05-5163378E9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10158984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divider title (up to 2 lines)</a:t>
            </a:r>
          </a:p>
        </p:txBody>
      </p:sp>
      <p:sp>
        <p:nvSpPr>
          <p:cNvPr id="9" name="Subhead">
            <a:extLst>
              <a:ext uri="{FF2B5EF4-FFF2-40B4-BE49-F238E27FC236}">
                <a16:creationId xmlns:a16="http://schemas.microsoft.com/office/drawing/2014/main" id="{7CDB1F3E-E2D2-44FE-A725-E3ED1480C83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10158984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3490562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CONS Title-Only_WHITE Bkg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950" y="249382"/>
            <a:ext cx="11465378" cy="627952"/>
          </a:xfrm>
          <a:prstGeom prst="rect">
            <a:avLst/>
          </a:prstGeom>
        </p:spPr>
        <p:txBody>
          <a:bodyPr lIns="0" rIns="0" anchor="b"/>
          <a:lstStyle>
            <a:lvl1pPr>
              <a:defRPr sz="2800" b="1" i="0"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286E105-B9E8-4343-BE42-1AC736BD7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6978" y="6514978"/>
            <a:ext cx="6627228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650" b="0" i="0">
                <a:solidFill>
                  <a:schemeClr val="bg2">
                    <a:lumMod val="75000"/>
                  </a:schemeClr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r>
              <a:rPr lang="en-US" sz="800" dirty="0"/>
              <a:t>Copyright © 2022 Oracle and/or its affiliates.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1190C-FD65-C742-8E7C-407D18B91E2B}"/>
              </a:ext>
            </a:extLst>
          </p:cNvPr>
          <p:cNvSpPr txBox="1">
            <a:spLocks/>
          </p:cNvSpPr>
          <p:nvPr userDrawn="1"/>
        </p:nvSpPr>
        <p:spPr>
          <a:xfrm>
            <a:off x="531289" y="6507624"/>
            <a:ext cx="4056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kern="1200">
                <a:solidFill>
                  <a:schemeClr val="tx1">
                    <a:tint val="75000"/>
                  </a:schemeClr>
                </a:solidFill>
                <a:latin typeface="Oracle Sans" panose="020B0503020204020204" pitchFamily="34" charset="0"/>
                <a:ea typeface="+mn-ea"/>
                <a:cs typeface="Oracle Sans" panose="020B05030202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40507A-669E-A943-A4A7-E531D638091A}" type="slidenum">
              <a:rPr lang="en-US" sz="800" smtClean="0">
                <a:solidFill>
                  <a:schemeClr val="bg2">
                    <a:lumMod val="75000"/>
                  </a:schemeClr>
                </a:solidFill>
              </a:rPr>
              <a:pPr/>
              <a:t>‹#›</a:t>
            </a:fld>
            <a:endParaRPr lang="en-US" sz="8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79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60EB2-529A-455E-BB84-8D2BBC09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D26E73-DB8C-4CA4-A1AE-6A0221173C1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9169ED-CF1C-40EB-B02B-4C674A06D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0F7A4-0D3D-46A2-A2D1-192351879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E56C2-DEC3-475D-8616-6D320830214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103F64-37F9-43D5-9C5A-B29439CB0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10671048" cy="822960"/>
          </a:xfrm>
        </p:spPr>
        <p:txBody>
          <a:bodyPr/>
          <a:lstStyle/>
          <a:p>
            <a:r>
              <a:rPr lang="en-US" dirty="0"/>
              <a:t>Title (icons with text)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F7BF46C7-9BCD-4CD6-86E3-B0C18E87084D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050535" y="1844625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424D4EBE-E806-4A01-9255-F8A5A3CBEA28}"/>
              </a:ext>
            </a:extLst>
          </p:cNvPr>
          <p:cNvSpPr>
            <a:spLocks noGrp="1" noChangeAspect="1"/>
          </p:cNvSpPr>
          <p:nvPr>
            <p:ph type="pic" sz="quarter" idx="53"/>
          </p:nvPr>
        </p:nvSpPr>
        <p:spPr>
          <a:xfrm>
            <a:off x="4178897" y="1844625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BBC89A9-3A2A-4A30-98FB-252870B24A9E}"/>
              </a:ext>
            </a:extLst>
          </p:cNvPr>
          <p:cNvSpPr>
            <a:spLocks noGrp="1" noChangeAspect="1"/>
          </p:cNvSpPr>
          <p:nvPr>
            <p:ph type="pic" sz="quarter" idx="54"/>
          </p:nvPr>
        </p:nvSpPr>
        <p:spPr>
          <a:xfrm>
            <a:off x="2614716" y="1844625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9" name="Text Field 3">
            <a:extLst>
              <a:ext uri="{FF2B5EF4-FFF2-40B4-BE49-F238E27FC236}">
                <a16:creationId xmlns:a16="http://schemas.microsoft.com/office/drawing/2014/main" id="{691845B8-3F5B-4703-889A-7C53E5927D4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2329802" y="2797629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0DF91EC2-D4AB-42FD-AADB-D77FD6FD7D0B}"/>
              </a:ext>
            </a:extLst>
          </p:cNvPr>
          <p:cNvSpPr>
            <a:spLocks noGrp="1" noChangeAspect="1"/>
          </p:cNvSpPr>
          <p:nvPr>
            <p:ph type="pic" sz="quarter" idx="56"/>
          </p:nvPr>
        </p:nvSpPr>
        <p:spPr>
          <a:xfrm>
            <a:off x="5743077" y="1844625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5DEB6885-F527-4BB6-865B-91BE35ECF884}"/>
              </a:ext>
            </a:extLst>
          </p:cNvPr>
          <p:cNvSpPr>
            <a:spLocks noGrp="1" noChangeAspect="1"/>
          </p:cNvSpPr>
          <p:nvPr>
            <p:ph type="pic" sz="quarter" idx="57"/>
          </p:nvPr>
        </p:nvSpPr>
        <p:spPr>
          <a:xfrm>
            <a:off x="7307257" y="1844625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12" name="Text Field 3">
            <a:extLst>
              <a:ext uri="{FF2B5EF4-FFF2-40B4-BE49-F238E27FC236}">
                <a16:creationId xmlns:a16="http://schemas.microsoft.com/office/drawing/2014/main" id="{990AE28A-2F4B-4758-93DB-7DD93B46EDC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621" y="2797629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marR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sz="800">
                <a:solidFill>
                  <a:schemeClr val="tx1"/>
                </a:solidFill>
              </a:defRPr>
            </a:lvl1pPr>
            <a:lvl2pPr marL="0" indent="-100584" algn="l">
              <a:spcBef>
                <a:spcPts val="300"/>
              </a:spcBef>
              <a:tabLst/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Text Field 3">
            <a:extLst>
              <a:ext uri="{FF2B5EF4-FFF2-40B4-BE49-F238E27FC236}">
                <a16:creationId xmlns:a16="http://schemas.microsoft.com/office/drawing/2014/main" id="{3637F4BC-0875-4760-AFC9-0D8432CF5AF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3893983" y="2797629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14" name="Text Field 3">
            <a:extLst>
              <a:ext uri="{FF2B5EF4-FFF2-40B4-BE49-F238E27FC236}">
                <a16:creationId xmlns:a16="http://schemas.microsoft.com/office/drawing/2014/main" id="{EDF63DA8-6FD7-47B2-97B8-EFCB7227388E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5458164" y="2797629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15" name="Text Field 3">
            <a:extLst>
              <a:ext uri="{FF2B5EF4-FFF2-40B4-BE49-F238E27FC236}">
                <a16:creationId xmlns:a16="http://schemas.microsoft.com/office/drawing/2014/main" id="{6B5C3AA9-05E3-4CA7-971B-07F4683DFC4F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586526" y="2797630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16" name="Text Field 3">
            <a:extLst>
              <a:ext uri="{FF2B5EF4-FFF2-40B4-BE49-F238E27FC236}">
                <a16:creationId xmlns:a16="http://schemas.microsoft.com/office/drawing/2014/main" id="{7A48FD6A-3AA2-46BE-AEAD-18DCCD765E7A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7022345" y="2797630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17" name="Text Field 3">
            <a:extLst>
              <a:ext uri="{FF2B5EF4-FFF2-40B4-BE49-F238E27FC236}">
                <a16:creationId xmlns:a16="http://schemas.microsoft.com/office/drawing/2014/main" id="{42E2FB9C-E286-4FD1-AC57-71201F9F69E5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10150706" y="2797630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93B67B4D-D110-4A91-9FCB-8B8446193755}"/>
              </a:ext>
            </a:extLst>
          </p:cNvPr>
          <p:cNvSpPr>
            <a:spLocks noGrp="1" noChangeAspect="1"/>
          </p:cNvSpPr>
          <p:nvPr>
            <p:ph type="pic" sz="quarter" idx="85"/>
          </p:nvPr>
        </p:nvSpPr>
        <p:spPr>
          <a:xfrm>
            <a:off x="8871437" y="1844625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AD9E5F1-3BFA-4F42-BCAB-455223D4827A}"/>
              </a:ext>
            </a:extLst>
          </p:cNvPr>
          <p:cNvSpPr>
            <a:spLocks noGrp="1" noChangeAspect="1"/>
          </p:cNvSpPr>
          <p:nvPr>
            <p:ph type="pic" sz="quarter" idx="87"/>
          </p:nvPr>
        </p:nvSpPr>
        <p:spPr>
          <a:xfrm>
            <a:off x="10435620" y="1844625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0" name="Picture Placeholder 1">
            <a:extLst>
              <a:ext uri="{FF2B5EF4-FFF2-40B4-BE49-F238E27FC236}">
                <a16:creationId xmlns:a16="http://schemas.microsoft.com/office/drawing/2014/main" id="{099D264E-1A2A-49D3-913C-AB554FC4E8C3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1050535" y="3476901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EF888FA-FA03-4D90-B67D-21FD33ED91F1}"/>
              </a:ext>
            </a:extLst>
          </p:cNvPr>
          <p:cNvSpPr>
            <a:spLocks noGrp="1" noChangeAspect="1"/>
          </p:cNvSpPr>
          <p:nvPr>
            <p:ph type="pic" sz="quarter" idx="89"/>
          </p:nvPr>
        </p:nvSpPr>
        <p:spPr>
          <a:xfrm>
            <a:off x="4178897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8525D977-A5B5-4398-922E-D56F1A122A46}"/>
              </a:ext>
            </a:extLst>
          </p:cNvPr>
          <p:cNvSpPr>
            <a:spLocks noGrp="1" noChangeAspect="1"/>
          </p:cNvSpPr>
          <p:nvPr>
            <p:ph type="pic" sz="quarter" idx="90"/>
          </p:nvPr>
        </p:nvSpPr>
        <p:spPr>
          <a:xfrm>
            <a:off x="2614716" y="3476901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3" name="Text Field 3">
            <a:extLst>
              <a:ext uri="{FF2B5EF4-FFF2-40B4-BE49-F238E27FC236}">
                <a16:creationId xmlns:a16="http://schemas.microsoft.com/office/drawing/2014/main" id="{FC68B6D6-4271-4638-8C48-627292A61FB0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2329802" y="4429905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9F204A49-805D-412C-9EDA-25760EA2B6FB}"/>
              </a:ext>
            </a:extLst>
          </p:cNvPr>
          <p:cNvSpPr>
            <a:spLocks noGrp="1" noChangeAspect="1"/>
          </p:cNvSpPr>
          <p:nvPr>
            <p:ph type="pic" sz="quarter" idx="92"/>
          </p:nvPr>
        </p:nvSpPr>
        <p:spPr>
          <a:xfrm>
            <a:off x="5743077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AE5E2BE9-BA0E-4626-BE92-4324E393B392}"/>
              </a:ext>
            </a:extLst>
          </p:cNvPr>
          <p:cNvSpPr>
            <a:spLocks noGrp="1" noChangeAspect="1"/>
          </p:cNvSpPr>
          <p:nvPr>
            <p:ph type="pic" sz="quarter" idx="93"/>
          </p:nvPr>
        </p:nvSpPr>
        <p:spPr>
          <a:xfrm>
            <a:off x="7307257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6" name="Text Field 3">
            <a:extLst>
              <a:ext uri="{FF2B5EF4-FFF2-40B4-BE49-F238E27FC236}">
                <a16:creationId xmlns:a16="http://schemas.microsoft.com/office/drawing/2014/main" id="{23623211-130D-496D-BD63-D37F319F3E40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765621" y="4429905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marR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tabLst/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7" name="Text Field 3">
            <a:extLst>
              <a:ext uri="{FF2B5EF4-FFF2-40B4-BE49-F238E27FC236}">
                <a16:creationId xmlns:a16="http://schemas.microsoft.com/office/drawing/2014/main" id="{9FDA7ACD-062A-4FC3-9EF9-5E293702093E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>
          <a:xfrm>
            <a:off x="3893983" y="4429905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8" name="Text Field 3">
            <a:extLst>
              <a:ext uri="{FF2B5EF4-FFF2-40B4-BE49-F238E27FC236}">
                <a16:creationId xmlns:a16="http://schemas.microsoft.com/office/drawing/2014/main" id="{30B7A401-EB5F-481F-8952-3F73CF04F4C3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5458164" y="4429905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6CF7431B-CB6B-47B7-8530-BEAAD1CD9B89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>
          <a:xfrm>
            <a:off x="8586526" y="4429906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0" name="Text Field 3">
            <a:extLst>
              <a:ext uri="{FF2B5EF4-FFF2-40B4-BE49-F238E27FC236}">
                <a16:creationId xmlns:a16="http://schemas.microsoft.com/office/drawing/2014/main" id="{EB4B6A3A-676E-4AC0-918F-6AF9238CDA17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>
          <a:xfrm>
            <a:off x="7022345" y="4429906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1" name="Text Field 3">
            <a:extLst>
              <a:ext uri="{FF2B5EF4-FFF2-40B4-BE49-F238E27FC236}">
                <a16:creationId xmlns:a16="http://schemas.microsoft.com/office/drawing/2014/main" id="{88DF17E6-8BF6-4489-A838-EB82D2B0407E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>
          <a:xfrm>
            <a:off x="10150706" y="4429906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1D699F03-B1DA-4AE3-A081-0FADE23BAB48}"/>
              </a:ext>
            </a:extLst>
          </p:cNvPr>
          <p:cNvSpPr>
            <a:spLocks noGrp="1" noChangeAspect="1"/>
          </p:cNvSpPr>
          <p:nvPr>
            <p:ph type="pic" sz="quarter" idx="100"/>
          </p:nvPr>
        </p:nvSpPr>
        <p:spPr>
          <a:xfrm>
            <a:off x="8871437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7865EDDA-D773-4E4F-A4AE-3C4881C1E7F2}"/>
              </a:ext>
            </a:extLst>
          </p:cNvPr>
          <p:cNvSpPr>
            <a:spLocks noGrp="1" noChangeAspect="1"/>
          </p:cNvSpPr>
          <p:nvPr>
            <p:ph type="pic" sz="quarter" idx="101"/>
          </p:nvPr>
        </p:nvSpPr>
        <p:spPr>
          <a:xfrm>
            <a:off x="10435620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4" name="Picture Placeholder 1">
            <a:extLst>
              <a:ext uri="{FF2B5EF4-FFF2-40B4-BE49-F238E27FC236}">
                <a16:creationId xmlns:a16="http://schemas.microsoft.com/office/drawing/2014/main" id="{64EA4A58-CB42-4762-8287-8FBAD0F419C7}"/>
              </a:ext>
            </a:extLst>
          </p:cNvPr>
          <p:cNvSpPr>
            <a:spLocks noGrp="1"/>
          </p:cNvSpPr>
          <p:nvPr>
            <p:ph type="pic" sz="quarter" idx="102"/>
          </p:nvPr>
        </p:nvSpPr>
        <p:spPr>
          <a:xfrm>
            <a:off x="1050535" y="5001482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0B94108C-B523-4D81-8160-4EEDCA05D19F}"/>
              </a:ext>
            </a:extLst>
          </p:cNvPr>
          <p:cNvSpPr>
            <a:spLocks noGrp="1" noChangeAspect="1"/>
          </p:cNvSpPr>
          <p:nvPr>
            <p:ph type="pic" sz="quarter" idx="103"/>
          </p:nvPr>
        </p:nvSpPr>
        <p:spPr>
          <a:xfrm>
            <a:off x="4178897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8A0AA4CE-D667-4E22-8E4B-E33283199B8A}"/>
              </a:ext>
            </a:extLst>
          </p:cNvPr>
          <p:cNvSpPr>
            <a:spLocks noGrp="1" noChangeAspect="1"/>
          </p:cNvSpPr>
          <p:nvPr>
            <p:ph type="pic" sz="quarter" idx="104"/>
          </p:nvPr>
        </p:nvSpPr>
        <p:spPr>
          <a:xfrm>
            <a:off x="2614716" y="5001482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7" name="Text Field 3">
            <a:extLst>
              <a:ext uri="{FF2B5EF4-FFF2-40B4-BE49-F238E27FC236}">
                <a16:creationId xmlns:a16="http://schemas.microsoft.com/office/drawing/2014/main" id="{9B73C80F-2017-42CE-B90A-527B3E74B68A}"/>
              </a:ext>
            </a:extLst>
          </p:cNvPr>
          <p:cNvSpPr>
            <a:spLocks noGrp="1"/>
          </p:cNvSpPr>
          <p:nvPr>
            <p:ph type="body" sz="quarter" idx="105"/>
          </p:nvPr>
        </p:nvSpPr>
        <p:spPr>
          <a:xfrm>
            <a:off x="2329802" y="5964646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D92A14AF-09A2-4C25-8D64-64E762D8711E}"/>
              </a:ext>
            </a:extLst>
          </p:cNvPr>
          <p:cNvSpPr>
            <a:spLocks noGrp="1" noChangeAspect="1"/>
          </p:cNvSpPr>
          <p:nvPr>
            <p:ph type="pic" sz="quarter" idx="106"/>
          </p:nvPr>
        </p:nvSpPr>
        <p:spPr>
          <a:xfrm>
            <a:off x="5743077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D8067B3C-C1D4-41DF-96DC-760411B6F75B}"/>
              </a:ext>
            </a:extLst>
          </p:cNvPr>
          <p:cNvSpPr>
            <a:spLocks noGrp="1" noChangeAspect="1"/>
          </p:cNvSpPr>
          <p:nvPr>
            <p:ph type="pic" sz="quarter" idx="107"/>
          </p:nvPr>
        </p:nvSpPr>
        <p:spPr>
          <a:xfrm>
            <a:off x="7307257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40" name="Text Field 3">
            <a:extLst>
              <a:ext uri="{FF2B5EF4-FFF2-40B4-BE49-F238E27FC236}">
                <a16:creationId xmlns:a16="http://schemas.microsoft.com/office/drawing/2014/main" id="{8FEBDAF6-3565-4039-878D-72010E475DF8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765621" y="5964646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marR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tabLst/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1" name="Text Field 3">
            <a:extLst>
              <a:ext uri="{FF2B5EF4-FFF2-40B4-BE49-F238E27FC236}">
                <a16:creationId xmlns:a16="http://schemas.microsoft.com/office/drawing/2014/main" id="{55BC8570-FC5A-4122-9E7C-8C0446AB21FB}"/>
              </a:ext>
            </a:extLst>
          </p:cNvPr>
          <p:cNvSpPr>
            <a:spLocks noGrp="1"/>
          </p:cNvSpPr>
          <p:nvPr>
            <p:ph type="body" sz="quarter" idx="109"/>
          </p:nvPr>
        </p:nvSpPr>
        <p:spPr>
          <a:xfrm>
            <a:off x="3893983" y="5964646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2" name="Text Field 3">
            <a:extLst>
              <a:ext uri="{FF2B5EF4-FFF2-40B4-BE49-F238E27FC236}">
                <a16:creationId xmlns:a16="http://schemas.microsoft.com/office/drawing/2014/main" id="{716F4F36-6367-4F84-AEB5-408B6729FC60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>
          <a:xfrm>
            <a:off x="5458164" y="5964646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3" name="Text Field 3">
            <a:extLst>
              <a:ext uri="{FF2B5EF4-FFF2-40B4-BE49-F238E27FC236}">
                <a16:creationId xmlns:a16="http://schemas.microsoft.com/office/drawing/2014/main" id="{0F2CF83A-0833-40D7-951D-827D217AC9EC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>
          <a:xfrm>
            <a:off x="8586526" y="5964647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4" name="Text Field 3">
            <a:extLst>
              <a:ext uri="{FF2B5EF4-FFF2-40B4-BE49-F238E27FC236}">
                <a16:creationId xmlns:a16="http://schemas.microsoft.com/office/drawing/2014/main" id="{4EB01A30-17E1-46B6-B392-93580EBF6C55}"/>
              </a:ext>
            </a:extLst>
          </p:cNvPr>
          <p:cNvSpPr>
            <a:spLocks noGrp="1"/>
          </p:cNvSpPr>
          <p:nvPr>
            <p:ph type="body" sz="quarter" idx="112"/>
          </p:nvPr>
        </p:nvSpPr>
        <p:spPr>
          <a:xfrm>
            <a:off x="7022345" y="5964647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5" name="Text Field 3">
            <a:extLst>
              <a:ext uri="{FF2B5EF4-FFF2-40B4-BE49-F238E27FC236}">
                <a16:creationId xmlns:a16="http://schemas.microsoft.com/office/drawing/2014/main" id="{8A09EF4B-E42D-446A-90B7-21593764FD79}"/>
              </a:ext>
            </a:extLst>
          </p:cNvPr>
          <p:cNvSpPr>
            <a:spLocks noGrp="1"/>
          </p:cNvSpPr>
          <p:nvPr>
            <p:ph type="body" sz="quarter" idx="113"/>
          </p:nvPr>
        </p:nvSpPr>
        <p:spPr>
          <a:xfrm>
            <a:off x="10150706" y="5964647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CBD10CE1-0EF2-4420-9087-1B4AEE942F5A}"/>
              </a:ext>
            </a:extLst>
          </p:cNvPr>
          <p:cNvSpPr>
            <a:spLocks noGrp="1" noChangeAspect="1"/>
          </p:cNvSpPr>
          <p:nvPr>
            <p:ph type="pic" sz="quarter" idx="114"/>
          </p:nvPr>
        </p:nvSpPr>
        <p:spPr>
          <a:xfrm>
            <a:off x="8871437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47" name="Picture Placeholder 4">
            <a:extLst>
              <a:ext uri="{FF2B5EF4-FFF2-40B4-BE49-F238E27FC236}">
                <a16:creationId xmlns:a16="http://schemas.microsoft.com/office/drawing/2014/main" id="{1CA95A8D-CF98-42F6-97C8-D24C98946A22}"/>
              </a:ext>
            </a:extLst>
          </p:cNvPr>
          <p:cNvSpPr>
            <a:spLocks noGrp="1" noChangeAspect="1"/>
          </p:cNvSpPr>
          <p:nvPr>
            <p:ph type="pic" sz="quarter" idx="115"/>
          </p:nvPr>
        </p:nvSpPr>
        <p:spPr>
          <a:xfrm>
            <a:off x="10435620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</p:spTree>
    <p:extLst>
      <p:ext uri="{BB962C8B-B14F-4D97-AF65-F5344CB8AC3E}">
        <p14:creationId xmlns:p14="http://schemas.microsoft.com/office/powerpoint/2010/main" val="32890274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raphic 47">
            <a:extLst>
              <a:ext uri="{FF2B5EF4-FFF2-40B4-BE49-F238E27FC236}">
                <a16:creationId xmlns:a16="http://schemas.microsoft.com/office/drawing/2014/main" id="{8ACB55F7-41B0-4B89-9A1B-E68607B8A5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530016"/>
            <a:ext cx="12192000" cy="128336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60EB2-529A-455E-BB84-8D2BBC09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D26E73-DB8C-4CA4-A1AE-6A0221173C1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9169ED-CF1C-40EB-B02B-4C674A06D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0F7A4-0D3D-46A2-A2D1-192351879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E56C2-DEC3-475D-8616-6D320830214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103F64-37F9-43D5-9C5A-B29439CB0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10671048" cy="822960"/>
          </a:xfrm>
        </p:spPr>
        <p:txBody>
          <a:bodyPr/>
          <a:lstStyle/>
          <a:p>
            <a:r>
              <a:rPr lang="en-US" dirty="0"/>
              <a:t>Title (icons with text)</a:t>
            </a:r>
          </a:p>
        </p:txBody>
      </p:sp>
      <p:sp>
        <p:nvSpPr>
          <p:cNvPr id="17" name="Text Field 3">
            <a:extLst>
              <a:ext uri="{FF2B5EF4-FFF2-40B4-BE49-F238E27FC236}">
                <a16:creationId xmlns:a16="http://schemas.microsoft.com/office/drawing/2014/main" id="{42E2FB9C-E286-4FD1-AC57-71201F9F69E5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041010" y="2398500"/>
            <a:ext cx="685800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Label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AD9E5F1-3BFA-4F42-BCAB-455223D4827A}"/>
              </a:ext>
            </a:extLst>
          </p:cNvPr>
          <p:cNvSpPr>
            <a:spLocks noGrp="1" noChangeAspect="1"/>
          </p:cNvSpPr>
          <p:nvPr>
            <p:ph type="pic" sz="quarter" idx="87" hasCustomPrompt="1"/>
          </p:nvPr>
        </p:nvSpPr>
        <p:spPr>
          <a:xfrm>
            <a:off x="1127878" y="1853060"/>
            <a:ext cx="512064" cy="5120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icon</a:t>
            </a:r>
          </a:p>
        </p:txBody>
      </p:sp>
      <p:sp>
        <p:nvSpPr>
          <p:cNvPr id="20" name="Picture Placeholder 1">
            <a:extLst>
              <a:ext uri="{FF2B5EF4-FFF2-40B4-BE49-F238E27FC236}">
                <a16:creationId xmlns:a16="http://schemas.microsoft.com/office/drawing/2014/main" id="{099D264E-1A2A-49D3-913C-AB554FC4E8C3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1050535" y="3476901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EF888FA-FA03-4D90-B67D-21FD33ED91F1}"/>
              </a:ext>
            </a:extLst>
          </p:cNvPr>
          <p:cNvSpPr>
            <a:spLocks noGrp="1" noChangeAspect="1"/>
          </p:cNvSpPr>
          <p:nvPr>
            <p:ph type="pic" sz="quarter" idx="89"/>
          </p:nvPr>
        </p:nvSpPr>
        <p:spPr>
          <a:xfrm>
            <a:off x="4178897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8525D977-A5B5-4398-922E-D56F1A122A46}"/>
              </a:ext>
            </a:extLst>
          </p:cNvPr>
          <p:cNvSpPr>
            <a:spLocks noGrp="1" noChangeAspect="1"/>
          </p:cNvSpPr>
          <p:nvPr>
            <p:ph type="pic" sz="quarter" idx="90"/>
          </p:nvPr>
        </p:nvSpPr>
        <p:spPr>
          <a:xfrm>
            <a:off x="2614716" y="3476901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3" name="Text Field 3">
            <a:extLst>
              <a:ext uri="{FF2B5EF4-FFF2-40B4-BE49-F238E27FC236}">
                <a16:creationId xmlns:a16="http://schemas.microsoft.com/office/drawing/2014/main" id="{FC68B6D6-4271-4638-8C48-627292A61FB0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2329802" y="4429905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9F204A49-805D-412C-9EDA-25760EA2B6FB}"/>
              </a:ext>
            </a:extLst>
          </p:cNvPr>
          <p:cNvSpPr>
            <a:spLocks noGrp="1" noChangeAspect="1"/>
          </p:cNvSpPr>
          <p:nvPr>
            <p:ph type="pic" sz="quarter" idx="92"/>
          </p:nvPr>
        </p:nvSpPr>
        <p:spPr>
          <a:xfrm>
            <a:off x="5743077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AE5E2BE9-BA0E-4626-BE92-4324E393B392}"/>
              </a:ext>
            </a:extLst>
          </p:cNvPr>
          <p:cNvSpPr>
            <a:spLocks noGrp="1" noChangeAspect="1"/>
          </p:cNvSpPr>
          <p:nvPr>
            <p:ph type="pic" sz="quarter" idx="93"/>
          </p:nvPr>
        </p:nvSpPr>
        <p:spPr>
          <a:xfrm>
            <a:off x="7307257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26" name="Text Field 3">
            <a:extLst>
              <a:ext uri="{FF2B5EF4-FFF2-40B4-BE49-F238E27FC236}">
                <a16:creationId xmlns:a16="http://schemas.microsoft.com/office/drawing/2014/main" id="{23623211-130D-496D-BD63-D37F319F3E40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765621" y="4429905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marR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tabLst/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7" name="Text Field 3">
            <a:extLst>
              <a:ext uri="{FF2B5EF4-FFF2-40B4-BE49-F238E27FC236}">
                <a16:creationId xmlns:a16="http://schemas.microsoft.com/office/drawing/2014/main" id="{9FDA7ACD-062A-4FC3-9EF9-5E293702093E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>
          <a:xfrm>
            <a:off x="3893983" y="4429905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8" name="Text Field 3">
            <a:extLst>
              <a:ext uri="{FF2B5EF4-FFF2-40B4-BE49-F238E27FC236}">
                <a16:creationId xmlns:a16="http://schemas.microsoft.com/office/drawing/2014/main" id="{30B7A401-EB5F-481F-8952-3F73CF04F4C3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5458164" y="4429905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6CF7431B-CB6B-47B7-8530-BEAAD1CD9B89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>
          <a:xfrm>
            <a:off x="8586526" y="4429906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0" name="Text Field 3">
            <a:extLst>
              <a:ext uri="{FF2B5EF4-FFF2-40B4-BE49-F238E27FC236}">
                <a16:creationId xmlns:a16="http://schemas.microsoft.com/office/drawing/2014/main" id="{EB4B6A3A-676E-4AC0-918F-6AF9238CDA17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>
          <a:xfrm>
            <a:off x="7022345" y="4429906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1" name="Text Field 3">
            <a:extLst>
              <a:ext uri="{FF2B5EF4-FFF2-40B4-BE49-F238E27FC236}">
                <a16:creationId xmlns:a16="http://schemas.microsoft.com/office/drawing/2014/main" id="{88DF17E6-8BF6-4489-A838-EB82D2B0407E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>
          <a:xfrm>
            <a:off x="10150706" y="4429906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1D699F03-B1DA-4AE3-A081-0FADE23BAB48}"/>
              </a:ext>
            </a:extLst>
          </p:cNvPr>
          <p:cNvSpPr>
            <a:spLocks noGrp="1" noChangeAspect="1"/>
          </p:cNvSpPr>
          <p:nvPr>
            <p:ph type="pic" sz="quarter" idx="100"/>
          </p:nvPr>
        </p:nvSpPr>
        <p:spPr>
          <a:xfrm>
            <a:off x="8871437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7865EDDA-D773-4E4F-A4AE-3C4881C1E7F2}"/>
              </a:ext>
            </a:extLst>
          </p:cNvPr>
          <p:cNvSpPr>
            <a:spLocks noGrp="1" noChangeAspect="1"/>
          </p:cNvSpPr>
          <p:nvPr>
            <p:ph type="pic" sz="quarter" idx="101"/>
          </p:nvPr>
        </p:nvSpPr>
        <p:spPr>
          <a:xfrm>
            <a:off x="10435620" y="3476901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4" name="Picture Placeholder 1">
            <a:extLst>
              <a:ext uri="{FF2B5EF4-FFF2-40B4-BE49-F238E27FC236}">
                <a16:creationId xmlns:a16="http://schemas.microsoft.com/office/drawing/2014/main" id="{64EA4A58-CB42-4762-8287-8FBAD0F419C7}"/>
              </a:ext>
            </a:extLst>
          </p:cNvPr>
          <p:cNvSpPr>
            <a:spLocks noGrp="1"/>
          </p:cNvSpPr>
          <p:nvPr>
            <p:ph type="pic" sz="quarter" idx="102"/>
          </p:nvPr>
        </p:nvSpPr>
        <p:spPr>
          <a:xfrm>
            <a:off x="1050535" y="5001482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0B94108C-B523-4D81-8160-4EEDCA05D19F}"/>
              </a:ext>
            </a:extLst>
          </p:cNvPr>
          <p:cNvSpPr>
            <a:spLocks noGrp="1" noChangeAspect="1"/>
          </p:cNvSpPr>
          <p:nvPr>
            <p:ph type="pic" sz="quarter" idx="103"/>
          </p:nvPr>
        </p:nvSpPr>
        <p:spPr>
          <a:xfrm>
            <a:off x="4178897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8A0AA4CE-D667-4E22-8E4B-E33283199B8A}"/>
              </a:ext>
            </a:extLst>
          </p:cNvPr>
          <p:cNvSpPr>
            <a:spLocks noGrp="1" noChangeAspect="1"/>
          </p:cNvSpPr>
          <p:nvPr>
            <p:ph type="pic" sz="quarter" idx="104"/>
          </p:nvPr>
        </p:nvSpPr>
        <p:spPr>
          <a:xfrm>
            <a:off x="2614716" y="5001482"/>
            <a:ext cx="929789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7" name="Text Field 3">
            <a:extLst>
              <a:ext uri="{FF2B5EF4-FFF2-40B4-BE49-F238E27FC236}">
                <a16:creationId xmlns:a16="http://schemas.microsoft.com/office/drawing/2014/main" id="{9B73C80F-2017-42CE-B90A-527B3E74B68A}"/>
              </a:ext>
            </a:extLst>
          </p:cNvPr>
          <p:cNvSpPr>
            <a:spLocks noGrp="1"/>
          </p:cNvSpPr>
          <p:nvPr>
            <p:ph type="body" sz="quarter" idx="105"/>
          </p:nvPr>
        </p:nvSpPr>
        <p:spPr>
          <a:xfrm>
            <a:off x="2329802" y="5964646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D92A14AF-09A2-4C25-8D64-64E762D8711E}"/>
              </a:ext>
            </a:extLst>
          </p:cNvPr>
          <p:cNvSpPr>
            <a:spLocks noGrp="1" noChangeAspect="1"/>
          </p:cNvSpPr>
          <p:nvPr>
            <p:ph type="pic" sz="quarter" idx="106"/>
          </p:nvPr>
        </p:nvSpPr>
        <p:spPr>
          <a:xfrm>
            <a:off x="5743077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D8067B3C-C1D4-41DF-96DC-760411B6F75B}"/>
              </a:ext>
            </a:extLst>
          </p:cNvPr>
          <p:cNvSpPr>
            <a:spLocks noGrp="1" noChangeAspect="1"/>
          </p:cNvSpPr>
          <p:nvPr>
            <p:ph type="pic" sz="quarter" idx="107"/>
          </p:nvPr>
        </p:nvSpPr>
        <p:spPr>
          <a:xfrm>
            <a:off x="7307257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40" name="Text Field 3">
            <a:extLst>
              <a:ext uri="{FF2B5EF4-FFF2-40B4-BE49-F238E27FC236}">
                <a16:creationId xmlns:a16="http://schemas.microsoft.com/office/drawing/2014/main" id="{8FEBDAF6-3565-4039-878D-72010E475DF8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>
          <a:xfrm>
            <a:off x="765621" y="5964646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marR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tabLst/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1" name="Text Field 3">
            <a:extLst>
              <a:ext uri="{FF2B5EF4-FFF2-40B4-BE49-F238E27FC236}">
                <a16:creationId xmlns:a16="http://schemas.microsoft.com/office/drawing/2014/main" id="{55BC8570-FC5A-4122-9E7C-8C0446AB21FB}"/>
              </a:ext>
            </a:extLst>
          </p:cNvPr>
          <p:cNvSpPr>
            <a:spLocks noGrp="1"/>
          </p:cNvSpPr>
          <p:nvPr>
            <p:ph type="body" sz="quarter" idx="109"/>
          </p:nvPr>
        </p:nvSpPr>
        <p:spPr>
          <a:xfrm>
            <a:off x="3893983" y="5964646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2" name="Text Field 3">
            <a:extLst>
              <a:ext uri="{FF2B5EF4-FFF2-40B4-BE49-F238E27FC236}">
                <a16:creationId xmlns:a16="http://schemas.microsoft.com/office/drawing/2014/main" id="{716F4F36-6367-4F84-AEB5-408B6729FC60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>
          <a:xfrm>
            <a:off x="5458164" y="5964646"/>
            <a:ext cx="1499616" cy="166932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171450" marR="0" lvl="0" indent="-17145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3" name="Text Field 3">
            <a:extLst>
              <a:ext uri="{FF2B5EF4-FFF2-40B4-BE49-F238E27FC236}">
                <a16:creationId xmlns:a16="http://schemas.microsoft.com/office/drawing/2014/main" id="{0F2CF83A-0833-40D7-951D-827D217AC9EC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>
          <a:xfrm>
            <a:off x="8586526" y="5964647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4" name="Text Field 3">
            <a:extLst>
              <a:ext uri="{FF2B5EF4-FFF2-40B4-BE49-F238E27FC236}">
                <a16:creationId xmlns:a16="http://schemas.microsoft.com/office/drawing/2014/main" id="{4EB01A30-17E1-46B6-B392-93580EBF6C55}"/>
              </a:ext>
            </a:extLst>
          </p:cNvPr>
          <p:cNvSpPr>
            <a:spLocks noGrp="1"/>
          </p:cNvSpPr>
          <p:nvPr>
            <p:ph type="body" sz="quarter" idx="112"/>
          </p:nvPr>
        </p:nvSpPr>
        <p:spPr>
          <a:xfrm>
            <a:off x="7022345" y="5964647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5" name="Text Field 3">
            <a:extLst>
              <a:ext uri="{FF2B5EF4-FFF2-40B4-BE49-F238E27FC236}">
                <a16:creationId xmlns:a16="http://schemas.microsoft.com/office/drawing/2014/main" id="{8A09EF4B-E42D-446A-90B7-21593764FD79}"/>
              </a:ext>
            </a:extLst>
          </p:cNvPr>
          <p:cNvSpPr>
            <a:spLocks noGrp="1"/>
          </p:cNvSpPr>
          <p:nvPr>
            <p:ph type="body" sz="quarter" idx="113"/>
          </p:nvPr>
        </p:nvSpPr>
        <p:spPr>
          <a:xfrm>
            <a:off x="10150706" y="5964647"/>
            <a:ext cx="1499616" cy="166930"/>
          </a:xfrm>
          <a:prstGeom prst="rect">
            <a:avLst/>
          </a:prstGeom>
        </p:spPr>
        <p:txBody>
          <a:bodyPr lIns="0" anchor="ctr" anchorCtr="0"/>
          <a:lstStyle>
            <a:lvl1pPr marL="0" indent="0" algn="ctr">
              <a:spcBef>
                <a:spcPts val="300"/>
              </a:spcBef>
              <a:buFont typeface="Arial" panose="020B0604020202020204" pitchFamily="34" charset="0"/>
              <a:buNone/>
              <a:defRPr lang="en-US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0584" algn="l">
              <a:spcBef>
                <a:spcPts val="300"/>
              </a:spcBef>
              <a:defRPr sz="1000"/>
            </a:lvl2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CBD10CE1-0EF2-4420-9087-1B4AEE942F5A}"/>
              </a:ext>
            </a:extLst>
          </p:cNvPr>
          <p:cNvSpPr>
            <a:spLocks noGrp="1" noChangeAspect="1"/>
          </p:cNvSpPr>
          <p:nvPr>
            <p:ph type="pic" sz="quarter" idx="114"/>
          </p:nvPr>
        </p:nvSpPr>
        <p:spPr>
          <a:xfrm>
            <a:off x="8871437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  <p:sp>
        <p:nvSpPr>
          <p:cNvPr id="47" name="Picture Placeholder 4">
            <a:extLst>
              <a:ext uri="{FF2B5EF4-FFF2-40B4-BE49-F238E27FC236}">
                <a16:creationId xmlns:a16="http://schemas.microsoft.com/office/drawing/2014/main" id="{1CA95A8D-CF98-42F6-97C8-D24C98946A22}"/>
              </a:ext>
            </a:extLst>
          </p:cNvPr>
          <p:cNvSpPr>
            <a:spLocks noGrp="1" noChangeAspect="1"/>
          </p:cNvSpPr>
          <p:nvPr>
            <p:ph type="pic" sz="quarter" idx="115"/>
          </p:nvPr>
        </p:nvSpPr>
        <p:spPr>
          <a:xfrm>
            <a:off x="10435620" y="5001482"/>
            <a:ext cx="929788" cy="92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Click-icon-to-add-picture</a:t>
            </a:r>
          </a:p>
        </p:txBody>
      </p:sp>
    </p:spTree>
    <p:extLst>
      <p:ext uri="{BB962C8B-B14F-4D97-AF65-F5344CB8AC3E}">
        <p14:creationId xmlns:p14="http://schemas.microsoft.com/office/powerpoint/2010/main" val="16477948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CCE3C-529C-49B4-A97B-0D547B28C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91FA49-12C8-4DBA-AE2C-0C5643B9D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D9B9F-A342-4210-B0DC-EDDEB3A2C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F638A-5EDD-4938-9DD0-A80E319DB03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[Date]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DCC4546-0B5C-473F-B2FA-7DB6240796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329991"/>
            <a:ext cx="12192000" cy="128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262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1.emf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Tag">
            <a:extLst>
              <a:ext uri="{FF2B5EF4-FFF2-40B4-BE49-F238E27FC236}">
                <a16:creationId xmlns:a16="http://schemas.microsoft.com/office/drawing/2014/main" id="{DA16EBAD-93BE-4ACF-A78F-3C1CEDB8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4" name="Text Field">
            <a:extLst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875" y="1600200"/>
            <a:ext cx="10671048" cy="45148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7759" y="6423978"/>
            <a:ext cx="24780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r>
              <a:rPr lang="en-US" dirty="0"/>
              <a:t>Copyright © 2022, Oracle and/or its affiliates  |</a:t>
            </a:r>
          </a:p>
        </p:txBody>
      </p:sp>
      <p:sp>
        <p:nvSpPr>
          <p:cNvPr id="20" name="Date">
            <a:extLst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5760" y="6425604"/>
            <a:ext cx="2743200" cy="363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900" smtClean="0">
                <a:solidFill>
                  <a:srgbClr val="8B8580"/>
                </a:solidFill>
              </a:defRPr>
            </a:lvl1pPr>
          </a:lstStyle>
          <a:p>
            <a:fld id="{82BDA199-1C6F-4B76-931E-007EAA6F75F8}" type="datetime1">
              <a:rPr lang="en-US" smtClean="0"/>
              <a:t>4/24/2026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17" r:id="rId2"/>
    <p:sldLayoutId id="2147483774" r:id="rId3"/>
    <p:sldLayoutId id="2147483922" r:id="rId4"/>
    <p:sldLayoutId id="2147483989" r:id="rId5"/>
    <p:sldLayoutId id="2147483920" r:id="rId6"/>
    <p:sldLayoutId id="2147483931" r:id="rId7"/>
    <p:sldLayoutId id="2147483936" r:id="rId8"/>
    <p:sldLayoutId id="2147483990" r:id="rId9"/>
    <p:sldLayoutId id="2147483933" r:id="rId10"/>
    <p:sldLayoutId id="2147483938" r:id="rId11"/>
    <p:sldLayoutId id="2147483761" r:id="rId12"/>
    <p:sldLayoutId id="2147483969" r:id="rId13"/>
    <p:sldLayoutId id="2147483974" r:id="rId14"/>
    <p:sldLayoutId id="2147483781" r:id="rId15"/>
    <p:sldLayoutId id="2147483756" r:id="rId16"/>
    <p:sldLayoutId id="2147483754" r:id="rId17"/>
    <p:sldLayoutId id="2147483778" r:id="rId18"/>
    <p:sldLayoutId id="2147483762" r:id="rId19"/>
    <p:sldLayoutId id="2147483766" r:id="rId20"/>
    <p:sldLayoutId id="2147483814" r:id="rId21"/>
    <p:sldLayoutId id="2147483749" r:id="rId22"/>
    <p:sldLayoutId id="2147483751" r:id="rId23"/>
    <p:sldLayoutId id="2147483752" r:id="rId24"/>
    <p:sldLayoutId id="2147483987" r:id="rId25"/>
    <p:sldLayoutId id="2147483763" r:id="rId26"/>
    <p:sldLayoutId id="2147483744" r:id="rId27"/>
    <p:sldLayoutId id="2147483742" r:id="rId28"/>
    <p:sldLayoutId id="2147483948" r:id="rId29"/>
    <p:sldLayoutId id="2147483950" r:id="rId30"/>
    <p:sldLayoutId id="2147483952" r:id="rId31"/>
    <p:sldLayoutId id="2147483954" r:id="rId32"/>
    <p:sldLayoutId id="2147483956" r:id="rId33"/>
    <p:sldLayoutId id="2147483958" r:id="rId34"/>
    <p:sldLayoutId id="2147483960" r:id="rId35"/>
    <p:sldLayoutId id="2147483962" r:id="rId36"/>
    <p:sldLayoutId id="2147483964" r:id="rId37"/>
    <p:sldLayoutId id="2147483966" r:id="rId38"/>
    <p:sldLayoutId id="2147483972" r:id="rId39"/>
    <p:sldLayoutId id="2147483991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US" sz="2400" b="1" i="0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sz="12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52">
          <p15:clr>
            <a:srgbClr val="F26B43"/>
          </p15:clr>
        </p15:guide>
        <p15:guide id="5" pos="480">
          <p15:clr>
            <a:srgbClr val="F26B43"/>
          </p15:clr>
        </p15:guide>
        <p15:guide id="6" orient="horz" pos="795">
          <p15:clr>
            <a:srgbClr val="F26B43"/>
          </p15:clr>
        </p15:guide>
        <p15:guide id="7" orient="horz" pos="590">
          <p15:clr>
            <a:srgbClr val="F26B43"/>
          </p15:clr>
        </p15:guide>
        <p15:guide id="8" pos="72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Tag">
            <a:extLst>
              <a:ext uri="{FF2B5EF4-FFF2-40B4-BE49-F238E27FC236}">
                <a16:creationId xmlns:a16="http://schemas.microsoft.com/office/drawing/2014/main" id="{8C6DF82D-2EFC-4488-B52E-F025EB479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14" name="Title">
            <a:extLst>
              <a:ext uri="{FF2B5EF4-FFF2-40B4-BE49-F238E27FC236}">
                <a16:creationId xmlns:a16="http://schemas.microsoft.com/office/drawing/2014/main" id="{F0C18C47-A1DD-4F43-A8AB-F2F5DF4E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9076D7C5-C8B8-4657-AE43-B155E4B7D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F2052439-E85C-4DBE-8D4D-C9AFB878E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8" name="Date">
            <a:extLst>
              <a:ext uri="{FF2B5EF4-FFF2-40B4-BE49-F238E27FC236}">
                <a16:creationId xmlns:a16="http://schemas.microsoft.com/office/drawing/2014/main" id="{6CD721F1-A990-40E0-BF29-052370E467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73138" y="6425604"/>
            <a:ext cx="2743200" cy="363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900" smtClean="0">
                <a:solidFill>
                  <a:srgbClr val="8B8580"/>
                </a:solidFill>
              </a:defRPr>
            </a:lvl1pPr>
          </a:lstStyle>
          <a:p>
            <a:r>
              <a:rPr lang="en-US"/>
              <a:t>[Date]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A04403-EF2A-C316-08B7-3F56898E4D8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538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- Oracle Restricted \Employees 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6A0265-CCBC-ED1B-A061-22C83A8682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538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- Oracle Restricted \Employees Only</a:t>
            </a:r>
          </a:p>
        </p:txBody>
      </p:sp>
    </p:spTree>
    <p:extLst>
      <p:ext uri="{BB962C8B-B14F-4D97-AF65-F5344CB8AC3E}">
        <p14:creationId xmlns:p14="http://schemas.microsoft.com/office/powerpoint/2010/main" val="3442837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1" r:id="rId2"/>
    <p:sldLayoutId id="214748400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Oracle Sans Tab" panose="020B0503020204020204" pitchFamily="34" charset="0"/>
          <a:ea typeface="+mj-ea"/>
          <a:cs typeface="Oracle Sans Tab" panose="020B05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Rectangle: Rounded Corners 94">
            <a:extLst>
              <a:ext uri="{FF2B5EF4-FFF2-40B4-BE49-F238E27FC236}">
                <a16:creationId xmlns:a16="http://schemas.microsoft.com/office/drawing/2014/main" id="{E6935A37-E8CA-4594-BC62-C031026ECE25}"/>
              </a:ext>
            </a:extLst>
          </p:cNvPr>
          <p:cNvSpPr/>
          <p:nvPr/>
        </p:nvSpPr>
        <p:spPr>
          <a:xfrm>
            <a:off x="304800" y="1676400"/>
            <a:ext cx="1600200" cy="1181100"/>
          </a:xfrm>
          <a:prstGeom prst="roundRect">
            <a:avLst>
              <a:gd name="adj" fmla="val 2033"/>
            </a:avLst>
          </a:prstGeom>
          <a:solidFill>
            <a:srgbClr val="F5F4F2"/>
          </a:solidFill>
          <a:ln w="12700">
            <a:solidFill>
              <a:srgbClr val="9E989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anchor="t"/>
          <a:lstStyle/>
          <a:p>
            <a:pPr algn="ctr"/>
            <a:r>
              <a:rPr lang="en-GB" sz="900" b="1" dirty="0">
                <a:solidFill>
                  <a:schemeClr val="tx1"/>
                </a:solidFill>
                <a:latin typeface="Oracle Sans" panose="020B0503020204020204" pitchFamily="34" charset="0"/>
                <a:ea typeface="Calibri" charset="0"/>
                <a:cs typeface="Oracle Sans" panose="020B0503020204020204" pitchFamily="34" charset="0"/>
              </a:rPr>
              <a:t>Internet</a:t>
            </a:r>
          </a:p>
        </p:txBody>
      </p:sp>
      <p:sp>
        <p:nvSpPr>
          <p:cNvPr id="1501" name="Rectangle: Rounded Corners 92">
            <a:extLst>
              <a:ext uri="{FF2B5EF4-FFF2-40B4-BE49-F238E27FC236}">
                <a16:creationId xmlns:a16="http://schemas.microsoft.com/office/drawing/2014/main" id="{E23E924E-F08D-4220-99EE-8C868016D9F3}"/>
              </a:ext>
            </a:extLst>
          </p:cNvPr>
          <p:cNvSpPr/>
          <p:nvPr/>
        </p:nvSpPr>
        <p:spPr>
          <a:xfrm>
            <a:off x="2104638" y="365761"/>
            <a:ext cx="9906000" cy="6096000"/>
          </a:xfrm>
          <a:prstGeom prst="roundRect">
            <a:avLst>
              <a:gd name="adj" fmla="val 563"/>
            </a:avLst>
          </a:prstGeom>
          <a:solidFill>
            <a:srgbClr val="F5F4F2"/>
          </a:solidFill>
          <a:ln w="12700">
            <a:solidFill>
              <a:srgbClr val="9E989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anchor="t"/>
          <a:lstStyle/>
          <a:p>
            <a:pPr algn="ctr"/>
            <a:r>
              <a:rPr lang="en-GB" sz="900" b="1" dirty="0">
                <a:solidFill>
                  <a:schemeClr val="tx1"/>
                </a:solidFill>
                <a:latin typeface="Oracle Sans" panose="020B0503020204020204" pitchFamily="34" charset="0"/>
                <a:ea typeface="Calibri" charset="0"/>
                <a:cs typeface="Oracle Sans" panose="020B0503020204020204" pitchFamily="34" charset="0"/>
              </a:rPr>
              <a:t>OCI Region</a:t>
            </a:r>
          </a:p>
          <a:p>
            <a:pPr algn="ctr"/>
            <a:r>
              <a:rPr lang="en-GB" sz="900" b="1" dirty="0">
                <a:solidFill>
                  <a:schemeClr val="tx1"/>
                </a:solidFill>
                <a:latin typeface="Oracle Sans" panose="020B0503020204020204" pitchFamily="34" charset="0"/>
                <a:ea typeface="Calibri" charset="0"/>
                <a:cs typeface="Oracle Sans" panose="020B0503020204020204" pitchFamily="34" charset="0"/>
              </a:rPr>
              <a:t>eu-frankfurt-1 (AD2)</a:t>
            </a:r>
          </a:p>
        </p:txBody>
      </p:sp>
      <p:sp>
        <p:nvSpPr>
          <p:cNvPr id="1502" name="Rectangle 3">
            <a:extLst>
              <a:ext uri="{FF2B5EF4-FFF2-40B4-BE49-F238E27FC236}">
                <a16:creationId xmlns:a16="http://schemas.microsoft.com/office/drawing/2014/main" id="{86D08F6F-185C-8944-B5DB-DF35BE019BA8}"/>
              </a:ext>
            </a:extLst>
          </p:cNvPr>
          <p:cNvSpPr/>
          <p:nvPr/>
        </p:nvSpPr>
        <p:spPr>
          <a:xfrm>
            <a:off x="2514600" y="1051560"/>
            <a:ext cx="8458200" cy="4953000"/>
          </a:xfrm>
          <a:prstGeom prst="rect">
            <a:avLst/>
          </a:prstGeom>
          <a:noFill/>
          <a:ln w="12700" cmpd="sng">
            <a:solidFill>
              <a:srgbClr val="BB501C"/>
            </a:solidFill>
            <a:prstDash val="lg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sz="900" b="1" dirty="0">
                <a:solidFill>
                  <a:srgbClr val="BB501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kove-fra-vcn</a:t>
            </a:r>
          </a:p>
          <a:p>
            <a:pPr>
              <a:lnSpc>
                <a:spcPct val="90000"/>
              </a:lnSpc>
            </a:pPr>
            <a:r>
              <a:rPr lang="en-US" sz="900" b="1" dirty="0">
                <a:solidFill>
                  <a:srgbClr val="BB501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10.0.0.0/16 (existing)</a:t>
            </a:r>
          </a:p>
        </p:txBody>
      </p:sp>
      <p:sp>
        <p:nvSpPr>
          <p:cNvPr id="1503" name="Rectangle 5">
            <a:extLst>
              <a:ext uri="{FF2B5EF4-FFF2-40B4-BE49-F238E27FC236}">
                <a16:creationId xmlns:a16="http://schemas.microsoft.com/office/drawing/2014/main" id="{72FF4F6E-F0D4-134D-89C6-A7A27357694F}"/>
              </a:ext>
            </a:extLst>
          </p:cNvPr>
          <p:cNvSpPr/>
          <p:nvPr/>
        </p:nvSpPr>
        <p:spPr>
          <a:xfrm>
            <a:off x="2819400" y="1584960"/>
            <a:ext cx="7848600" cy="1028700"/>
          </a:xfrm>
          <a:prstGeom prst="rect">
            <a:avLst/>
          </a:prstGeom>
          <a:noFill/>
          <a:ln w="12700">
            <a:solidFill>
              <a:srgbClr val="BB501C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 sz="900" b="1" dirty="0">
                <a:solidFill>
                  <a:schemeClr val="accent5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kove-fra-public</a:t>
            </a:r>
            <a:endParaRPr lang="en-US" sz="900" dirty="0">
              <a:solidFill>
                <a:schemeClr val="accent5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  <a:p>
            <a:pPr lvl="0">
              <a:lnSpc>
                <a:spcPct val="90000"/>
              </a:lnSpc>
            </a:pPr>
            <a:r>
              <a:rPr lang="en-US" sz="900" b="1" dirty="0">
                <a:solidFill>
                  <a:schemeClr val="accent5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10.0.1.0/24</a:t>
            </a:r>
            <a:endParaRPr lang="en-US" sz="900" dirty="0">
              <a:solidFill>
                <a:schemeClr val="accent5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1504" name="Rectangle 5">
            <a:extLst>
              <a:ext uri="{FF2B5EF4-FFF2-40B4-BE49-F238E27FC236}">
                <a16:creationId xmlns:a16="http://schemas.microsoft.com/office/drawing/2014/main" id="{72FF4F6E-F0D4-134D-89C6-A7A27357694F}"/>
              </a:ext>
            </a:extLst>
          </p:cNvPr>
          <p:cNvSpPr/>
          <p:nvPr/>
        </p:nvSpPr>
        <p:spPr>
          <a:xfrm>
            <a:off x="2819400" y="2918460"/>
            <a:ext cx="7848600" cy="1295400"/>
          </a:xfrm>
          <a:prstGeom prst="rect">
            <a:avLst/>
          </a:prstGeom>
          <a:noFill/>
          <a:ln w="12700">
            <a:solidFill>
              <a:srgbClr val="BB501C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 sz="900" b="1" dirty="0">
                <a:solidFill>
                  <a:schemeClr val="accent5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kove-fra-mgmt</a:t>
            </a:r>
            <a:endParaRPr lang="en-US" sz="900" dirty="0">
              <a:solidFill>
                <a:schemeClr val="accent5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  <a:p>
            <a:pPr lvl="0">
              <a:lnSpc>
                <a:spcPct val="90000"/>
              </a:lnSpc>
            </a:pPr>
            <a:r>
              <a:rPr lang="en-US" sz="900" b="1" dirty="0">
                <a:solidFill>
                  <a:schemeClr val="accent5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10.0.2.0/24</a:t>
            </a:r>
            <a:endParaRPr lang="en-US" sz="900" dirty="0">
              <a:solidFill>
                <a:schemeClr val="accent5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1505" name="Rectangle 5">
            <a:extLst>
              <a:ext uri="{FF2B5EF4-FFF2-40B4-BE49-F238E27FC236}">
                <a16:creationId xmlns:a16="http://schemas.microsoft.com/office/drawing/2014/main" id="{72FF4F6E-F0D4-134D-89C6-A7A27357694F}"/>
              </a:ext>
            </a:extLst>
          </p:cNvPr>
          <p:cNvSpPr/>
          <p:nvPr/>
        </p:nvSpPr>
        <p:spPr>
          <a:xfrm>
            <a:off x="2819400" y="4518660"/>
            <a:ext cx="7848600" cy="1295400"/>
          </a:xfrm>
          <a:prstGeom prst="rect">
            <a:avLst/>
          </a:prstGeom>
          <a:noFill/>
          <a:ln w="12700">
            <a:solidFill>
              <a:srgbClr val="BB501C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 sz="900" b="1" dirty="0">
                <a:solidFill>
                  <a:schemeClr val="accent5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kove-fra-rdma</a:t>
            </a:r>
            <a:endParaRPr lang="en-US" sz="900" dirty="0">
              <a:solidFill>
                <a:schemeClr val="accent5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  <a:p>
            <a:pPr lvl="0">
              <a:lnSpc>
                <a:spcPct val="90000"/>
              </a:lnSpc>
            </a:pPr>
            <a:r>
              <a:rPr lang="en-US" sz="900" b="1" dirty="0">
                <a:solidFill>
                  <a:schemeClr val="accent5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10.0.3.0/24</a:t>
            </a:r>
            <a:endParaRPr lang="en-US" sz="900" dirty="0">
              <a:solidFill>
                <a:schemeClr val="accent5"/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grpSp>
        <p:nvGrpSpPr>
          <p:cNvPr id="1506" name="Graphic 2">
            <a:extLst>
              <a:ext uri="{FF2B5EF4-FFF2-40B4-BE49-F238E27FC236}">
                <a16:creationId xmlns:a16="http://schemas.microsoft.com/office/drawing/2014/main" id="{372947F3-1FB3-418D-A91F-DFAF56288C04}"/>
              </a:ext>
            </a:extLst>
          </p:cNvPr>
          <p:cNvGrpSpPr/>
          <p:nvPr/>
        </p:nvGrpSpPr>
        <p:grpSpPr>
          <a:xfrm>
            <a:off x="10219242" y="1335985"/>
            <a:ext cx="681921" cy="485707"/>
            <a:chOff x="2757034" y="3749841"/>
            <a:chExt cx="778567" cy="545053"/>
          </a:xfrm>
        </p:grpSpPr>
        <p:grpSp>
          <p:nvGrpSpPr>
            <p:cNvPr id="1507" name="Graphic 2">
              <a:extLst>
                <a:ext uri="{FF2B5EF4-FFF2-40B4-BE49-F238E27FC236}">
                  <a16:creationId xmlns:a16="http://schemas.microsoft.com/office/drawing/2014/main" id="{AEF2F274-81A8-4BFA-BC27-5952C09EDC7A}"/>
                </a:ext>
              </a:extLst>
            </p:cNvPr>
            <p:cNvGrpSpPr/>
            <p:nvPr/>
          </p:nvGrpSpPr>
          <p:grpSpPr>
            <a:xfrm>
              <a:off x="2990248" y="3749841"/>
              <a:ext cx="256673" cy="256673"/>
              <a:chOff x="2990248" y="3749841"/>
              <a:chExt cx="256673" cy="256673"/>
            </a:xfrm>
          </p:grpSpPr>
          <p:grpSp>
            <p:nvGrpSpPr>
              <p:cNvPr id="1508" name="Graphic 2">
                <a:extLst>
                  <a:ext uri="{FF2B5EF4-FFF2-40B4-BE49-F238E27FC236}">
                    <a16:creationId xmlns:a16="http://schemas.microsoft.com/office/drawing/2014/main" id="{93EE540D-CAC9-48CE-9677-6C9A0C55631F}"/>
                  </a:ext>
                </a:extLst>
              </p:cNvPr>
              <p:cNvGrpSpPr/>
              <p:nvPr/>
            </p:nvGrpSpPr>
            <p:grpSpPr>
              <a:xfrm>
                <a:off x="2990248" y="3749841"/>
                <a:ext cx="256673" cy="256673"/>
                <a:chOff x="2990248" y="3749841"/>
                <a:chExt cx="256673" cy="256673"/>
              </a:xfrm>
              <a:solidFill>
                <a:srgbClr val="FFFFFF"/>
              </a:solidFill>
            </p:grpSpPr>
            <p:sp>
              <p:nvSpPr>
                <p:cNvPr id="1509" name="Freeform: Shape 467">
                  <a:extLst>
                    <a:ext uri="{FF2B5EF4-FFF2-40B4-BE49-F238E27FC236}">
                      <a16:creationId xmlns:a16="http://schemas.microsoft.com/office/drawing/2014/main" id="{5D38E85A-1FAF-4D97-AF24-EC946DC01C86}"/>
                    </a:ext>
                  </a:extLst>
                </p:cNvPr>
                <p:cNvSpPr/>
                <p:nvPr/>
              </p:nvSpPr>
              <p:spPr>
                <a:xfrm>
                  <a:off x="2993302" y="3752928"/>
                  <a:ext cx="251174" cy="250500"/>
                </a:xfrm>
                <a:custGeom>
                  <a:avLst/>
                  <a:gdLst>
                    <a:gd name="connsiteX0" fmla="*/ 0 w 251174"/>
                    <a:gd name="connsiteY0" fmla="*/ 250501 h 250500"/>
                    <a:gd name="connsiteX1" fmla="*/ 0 w 251174"/>
                    <a:gd name="connsiteY1" fmla="*/ 80827 h 250500"/>
                    <a:gd name="connsiteX2" fmla="*/ 107559 w 251174"/>
                    <a:gd name="connsiteY2" fmla="*/ 80827 h 250500"/>
                    <a:gd name="connsiteX3" fmla="*/ 107559 w 251174"/>
                    <a:gd name="connsiteY3" fmla="*/ 30852 h 250500"/>
                    <a:gd name="connsiteX4" fmla="*/ 179672 w 251174"/>
                    <a:gd name="connsiteY4" fmla="*/ 0 h 250500"/>
                    <a:gd name="connsiteX5" fmla="*/ 251174 w 251174"/>
                    <a:gd name="connsiteY5" fmla="*/ 30852 h 250500"/>
                    <a:gd name="connsiteX6" fmla="*/ 251174 w 251174"/>
                    <a:gd name="connsiteY6" fmla="*/ 96253 h 250500"/>
                    <a:gd name="connsiteX7" fmla="*/ 242005 w 251174"/>
                    <a:gd name="connsiteY7" fmla="*/ 132040 h 250500"/>
                    <a:gd name="connsiteX8" fmla="*/ 182116 w 251174"/>
                    <a:gd name="connsiteY8" fmla="*/ 185716 h 250500"/>
                    <a:gd name="connsiteX9" fmla="*/ 182116 w 251174"/>
                    <a:gd name="connsiteY9" fmla="*/ 249885 h 250500"/>
                    <a:gd name="connsiteX10" fmla="*/ 0 w 251174"/>
                    <a:gd name="connsiteY10" fmla="*/ 249885 h 250500"/>
                    <a:gd name="connsiteX11" fmla="*/ 0 w 251174"/>
                    <a:gd name="connsiteY11" fmla="*/ 250501 h 25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51174" h="250500">
                      <a:moveTo>
                        <a:pt x="0" y="250501"/>
                      </a:moveTo>
                      <a:lnTo>
                        <a:pt x="0" y="80827"/>
                      </a:lnTo>
                      <a:lnTo>
                        <a:pt x="107559" y="80827"/>
                      </a:lnTo>
                      <a:lnTo>
                        <a:pt x="107559" y="30852"/>
                      </a:lnTo>
                      <a:lnTo>
                        <a:pt x="179672" y="0"/>
                      </a:lnTo>
                      <a:lnTo>
                        <a:pt x="251174" y="30852"/>
                      </a:lnTo>
                      <a:lnTo>
                        <a:pt x="251174" y="96253"/>
                      </a:lnTo>
                      <a:cubicBezTo>
                        <a:pt x="251174" y="96869"/>
                        <a:pt x="251174" y="112911"/>
                        <a:pt x="242005" y="132040"/>
                      </a:cubicBezTo>
                      <a:cubicBezTo>
                        <a:pt x="234061" y="149314"/>
                        <a:pt x="217563" y="172761"/>
                        <a:pt x="182116" y="185716"/>
                      </a:cubicBezTo>
                      <a:lnTo>
                        <a:pt x="182116" y="249885"/>
                      </a:lnTo>
                      <a:lnTo>
                        <a:pt x="0" y="249885"/>
                      </a:lnTo>
                      <a:lnTo>
                        <a:pt x="0" y="25050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10" name="Freeform: Shape 468">
                  <a:extLst>
                    <a:ext uri="{FF2B5EF4-FFF2-40B4-BE49-F238E27FC236}">
                      <a16:creationId xmlns:a16="http://schemas.microsoft.com/office/drawing/2014/main" id="{0D986DCF-A2C9-4276-99C4-2FA3077D86BE}"/>
                    </a:ext>
                  </a:extLst>
                </p:cNvPr>
                <p:cNvSpPr/>
                <p:nvPr/>
              </p:nvSpPr>
              <p:spPr>
                <a:xfrm>
                  <a:off x="2990248" y="3749841"/>
                  <a:ext cx="256673" cy="256673"/>
                </a:xfrm>
                <a:custGeom>
                  <a:avLst/>
                  <a:gdLst>
                    <a:gd name="connsiteX0" fmla="*/ 182116 w 256673"/>
                    <a:gd name="connsiteY0" fmla="*/ 6789 h 256673"/>
                    <a:gd name="connsiteX1" fmla="*/ 250565 w 256673"/>
                    <a:gd name="connsiteY1" fmla="*/ 35787 h 256673"/>
                    <a:gd name="connsiteX2" fmla="*/ 250565 w 256673"/>
                    <a:gd name="connsiteY2" fmla="*/ 99339 h 256673"/>
                    <a:gd name="connsiteX3" fmla="*/ 242005 w 256673"/>
                    <a:gd name="connsiteY3" fmla="*/ 133887 h 256673"/>
                    <a:gd name="connsiteX4" fmla="*/ 183952 w 256673"/>
                    <a:gd name="connsiteY4" fmla="*/ 186332 h 256673"/>
                    <a:gd name="connsiteX5" fmla="*/ 182726 w 256673"/>
                    <a:gd name="connsiteY5" fmla="*/ 186955 h 256673"/>
                    <a:gd name="connsiteX6" fmla="*/ 182116 w 256673"/>
                    <a:gd name="connsiteY6" fmla="*/ 186955 h 256673"/>
                    <a:gd name="connsiteX7" fmla="*/ 182116 w 256673"/>
                    <a:gd name="connsiteY7" fmla="*/ 250501 h 256673"/>
                    <a:gd name="connsiteX8" fmla="*/ 6109 w 256673"/>
                    <a:gd name="connsiteY8" fmla="*/ 250501 h 256673"/>
                    <a:gd name="connsiteX9" fmla="*/ 6109 w 256673"/>
                    <a:gd name="connsiteY9" fmla="*/ 87000 h 256673"/>
                    <a:gd name="connsiteX10" fmla="*/ 113668 w 256673"/>
                    <a:gd name="connsiteY10" fmla="*/ 87000 h 256673"/>
                    <a:gd name="connsiteX11" fmla="*/ 113668 w 256673"/>
                    <a:gd name="connsiteY11" fmla="*/ 35787 h 256673"/>
                    <a:gd name="connsiteX12" fmla="*/ 182116 w 256673"/>
                    <a:gd name="connsiteY12" fmla="*/ 6789 h 256673"/>
                    <a:gd name="connsiteX13" fmla="*/ 182116 w 256673"/>
                    <a:gd name="connsiteY13" fmla="*/ 0 h 256673"/>
                    <a:gd name="connsiteX14" fmla="*/ 179672 w 256673"/>
                    <a:gd name="connsiteY14" fmla="*/ 1232 h 256673"/>
                    <a:gd name="connsiteX15" fmla="*/ 111223 w 256673"/>
                    <a:gd name="connsiteY15" fmla="*/ 30236 h 256673"/>
                    <a:gd name="connsiteX16" fmla="*/ 107559 w 256673"/>
                    <a:gd name="connsiteY16" fmla="*/ 32084 h 256673"/>
                    <a:gd name="connsiteX17" fmla="*/ 107559 w 256673"/>
                    <a:gd name="connsiteY17" fmla="*/ 36403 h 256673"/>
                    <a:gd name="connsiteX18" fmla="*/ 107559 w 256673"/>
                    <a:gd name="connsiteY18" fmla="*/ 81442 h 256673"/>
                    <a:gd name="connsiteX19" fmla="*/ 6109 w 256673"/>
                    <a:gd name="connsiteY19" fmla="*/ 81442 h 256673"/>
                    <a:gd name="connsiteX20" fmla="*/ 0 w 256673"/>
                    <a:gd name="connsiteY20" fmla="*/ 81442 h 256673"/>
                    <a:gd name="connsiteX21" fmla="*/ 0 w 256673"/>
                    <a:gd name="connsiteY21" fmla="*/ 87616 h 256673"/>
                    <a:gd name="connsiteX22" fmla="*/ 0 w 256673"/>
                    <a:gd name="connsiteY22" fmla="*/ 250501 h 256673"/>
                    <a:gd name="connsiteX23" fmla="*/ 0 w 256673"/>
                    <a:gd name="connsiteY23" fmla="*/ 256674 h 256673"/>
                    <a:gd name="connsiteX24" fmla="*/ 6109 w 256673"/>
                    <a:gd name="connsiteY24" fmla="*/ 256674 h 256673"/>
                    <a:gd name="connsiteX25" fmla="*/ 182116 w 256673"/>
                    <a:gd name="connsiteY25" fmla="*/ 256674 h 256673"/>
                    <a:gd name="connsiteX26" fmla="*/ 188225 w 256673"/>
                    <a:gd name="connsiteY26" fmla="*/ 256674 h 256673"/>
                    <a:gd name="connsiteX27" fmla="*/ 188225 w 256673"/>
                    <a:gd name="connsiteY27" fmla="*/ 250501 h 256673"/>
                    <a:gd name="connsiteX28" fmla="*/ 188225 w 256673"/>
                    <a:gd name="connsiteY28" fmla="*/ 191273 h 256673"/>
                    <a:gd name="connsiteX29" fmla="*/ 247504 w 256673"/>
                    <a:gd name="connsiteY29" fmla="*/ 136358 h 256673"/>
                    <a:gd name="connsiteX30" fmla="*/ 256674 w 256673"/>
                    <a:gd name="connsiteY30" fmla="*/ 99339 h 256673"/>
                    <a:gd name="connsiteX31" fmla="*/ 256674 w 256673"/>
                    <a:gd name="connsiteY31" fmla="*/ 35787 h 256673"/>
                    <a:gd name="connsiteX32" fmla="*/ 256674 w 256673"/>
                    <a:gd name="connsiteY32" fmla="*/ 32084 h 256673"/>
                    <a:gd name="connsiteX33" fmla="*/ 253010 w 256673"/>
                    <a:gd name="connsiteY33" fmla="*/ 30236 h 256673"/>
                    <a:gd name="connsiteX34" fmla="*/ 184561 w 256673"/>
                    <a:gd name="connsiteY34" fmla="*/ 1232 h 256673"/>
                    <a:gd name="connsiteX35" fmla="*/ 182116 w 256673"/>
                    <a:gd name="connsiteY35" fmla="*/ 0 h 256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256673" h="256673">
                      <a:moveTo>
                        <a:pt x="182116" y="6789"/>
                      </a:moveTo>
                      <a:lnTo>
                        <a:pt x="250565" y="35787"/>
                      </a:lnTo>
                      <a:lnTo>
                        <a:pt x="250565" y="99339"/>
                      </a:lnTo>
                      <a:cubicBezTo>
                        <a:pt x="250565" y="99955"/>
                        <a:pt x="250565" y="115381"/>
                        <a:pt x="242005" y="133887"/>
                      </a:cubicBezTo>
                      <a:cubicBezTo>
                        <a:pt x="234061" y="151168"/>
                        <a:pt x="218173" y="173993"/>
                        <a:pt x="183952" y="186332"/>
                      </a:cubicBezTo>
                      <a:lnTo>
                        <a:pt x="182726" y="186955"/>
                      </a:lnTo>
                      <a:lnTo>
                        <a:pt x="182116" y="186955"/>
                      </a:lnTo>
                      <a:lnTo>
                        <a:pt x="182116" y="250501"/>
                      </a:lnTo>
                      <a:lnTo>
                        <a:pt x="6109" y="250501"/>
                      </a:lnTo>
                      <a:lnTo>
                        <a:pt x="6109" y="87000"/>
                      </a:lnTo>
                      <a:lnTo>
                        <a:pt x="113668" y="87000"/>
                      </a:lnTo>
                      <a:lnTo>
                        <a:pt x="113668" y="35787"/>
                      </a:lnTo>
                      <a:lnTo>
                        <a:pt x="182116" y="6789"/>
                      </a:lnTo>
                      <a:close/>
                      <a:moveTo>
                        <a:pt x="182116" y="0"/>
                      </a:moveTo>
                      <a:lnTo>
                        <a:pt x="179672" y="1232"/>
                      </a:lnTo>
                      <a:lnTo>
                        <a:pt x="111223" y="30236"/>
                      </a:lnTo>
                      <a:lnTo>
                        <a:pt x="107559" y="32084"/>
                      </a:lnTo>
                      <a:lnTo>
                        <a:pt x="107559" y="36403"/>
                      </a:lnTo>
                      <a:lnTo>
                        <a:pt x="107559" y="81442"/>
                      </a:lnTo>
                      <a:lnTo>
                        <a:pt x="6109" y="81442"/>
                      </a:lnTo>
                      <a:lnTo>
                        <a:pt x="0" y="81442"/>
                      </a:lnTo>
                      <a:lnTo>
                        <a:pt x="0" y="87616"/>
                      </a:lnTo>
                      <a:lnTo>
                        <a:pt x="0" y="250501"/>
                      </a:lnTo>
                      <a:lnTo>
                        <a:pt x="0" y="256674"/>
                      </a:lnTo>
                      <a:lnTo>
                        <a:pt x="6109" y="256674"/>
                      </a:lnTo>
                      <a:lnTo>
                        <a:pt x="182116" y="256674"/>
                      </a:lnTo>
                      <a:lnTo>
                        <a:pt x="188225" y="256674"/>
                      </a:lnTo>
                      <a:lnTo>
                        <a:pt x="188225" y="250501"/>
                      </a:lnTo>
                      <a:lnTo>
                        <a:pt x="188225" y="191273"/>
                      </a:lnTo>
                      <a:cubicBezTo>
                        <a:pt x="222453" y="177695"/>
                        <a:pt x="239560" y="154248"/>
                        <a:pt x="247504" y="136358"/>
                      </a:cubicBezTo>
                      <a:cubicBezTo>
                        <a:pt x="256674" y="116613"/>
                        <a:pt x="256674" y="99955"/>
                        <a:pt x="256674" y="99339"/>
                      </a:cubicBezTo>
                      <a:lnTo>
                        <a:pt x="256674" y="35787"/>
                      </a:lnTo>
                      <a:lnTo>
                        <a:pt x="256674" y="32084"/>
                      </a:lnTo>
                      <a:lnTo>
                        <a:pt x="253010" y="30236"/>
                      </a:lnTo>
                      <a:lnTo>
                        <a:pt x="184561" y="1232"/>
                      </a:lnTo>
                      <a:lnTo>
                        <a:pt x="18211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11" name="Graphic 2">
                <a:extLst>
                  <a:ext uri="{FF2B5EF4-FFF2-40B4-BE49-F238E27FC236}">
                    <a16:creationId xmlns:a16="http://schemas.microsoft.com/office/drawing/2014/main" id="{CB7DE12A-0D10-4625-9ADF-2CEBCD2AC941}"/>
                  </a:ext>
                </a:extLst>
              </p:cNvPr>
              <p:cNvGrpSpPr/>
              <p:nvPr/>
            </p:nvGrpSpPr>
            <p:grpSpPr>
              <a:xfrm>
                <a:off x="2996357" y="3756630"/>
                <a:ext cx="243839" cy="244334"/>
                <a:chOff x="2996357" y="3756630"/>
                <a:chExt cx="243839" cy="244334"/>
              </a:xfrm>
              <a:solidFill>
                <a:srgbClr val="AE562C"/>
              </a:solidFill>
            </p:grpSpPr>
            <p:sp>
              <p:nvSpPr>
                <p:cNvPr id="1512" name="Freeform: Shape 470">
                  <a:extLst>
                    <a:ext uri="{FF2B5EF4-FFF2-40B4-BE49-F238E27FC236}">
                      <a16:creationId xmlns:a16="http://schemas.microsoft.com/office/drawing/2014/main" id="{63C16C4D-19C0-4E73-8B84-2D4944D55E4A}"/>
                    </a:ext>
                  </a:extLst>
                </p:cNvPr>
                <p:cNvSpPr/>
                <p:nvPr/>
              </p:nvSpPr>
              <p:spPr>
                <a:xfrm>
                  <a:off x="2996357" y="3838073"/>
                  <a:ext cx="176007" cy="162891"/>
                </a:xfrm>
                <a:custGeom>
                  <a:avLst/>
                  <a:gdLst>
                    <a:gd name="connsiteX0" fmla="*/ 167454 w 176007"/>
                    <a:gd name="connsiteY0" fmla="*/ 102426 h 162891"/>
                    <a:gd name="connsiteX1" fmla="*/ 55005 w 176007"/>
                    <a:gd name="connsiteY1" fmla="*/ 102426 h 162891"/>
                    <a:gd name="connsiteX2" fmla="*/ 55005 w 176007"/>
                    <a:gd name="connsiteY2" fmla="*/ 59234 h 162891"/>
                    <a:gd name="connsiteX3" fmla="*/ 116119 w 176007"/>
                    <a:gd name="connsiteY3" fmla="*/ 59234 h 162891"/>
                    <a:gd name="connsiteX4" fmla="*/ 111839 w 176007"/>
                    <a:gd name="connsiteY4" fmla="*/ 51213 h 162891"/>
                    <a:gd name="connsiteX5" fmla="*/ 55005 w 176007"/>
                    <a:gd name="connsiteY5" fmla="*/ 51213 h 162891"/>
                    <a:gd name="connsiteX6" fmla="*/ 55005 w 176007"/>
                    <a:gd name="connsiteY6" fmla="*/ 8021 h 162891"/>
                    <a:gd name="connsiteX7" fmla="*/ 100841 w 176007"/>
                    <a:gd name="connsiteY7" fmla="*/ 8021 h 162891"/>
                    <a:gd name="connsiteX8" fmla="*/ 100841 w 176007"/>
                    <a:gd name="connsiteY8" fmla="*/ 0 h 162891"/>
                    <a:gd name="connsiteX9" fmla="*/ 0 w 176007"/>
                    <a:gd name="connsiteY9" fmla="*/ 0 h 162891"/>
                    <a:gd name="connsiteX10" fmla="*/ 0 w 176007"/>
                    <a:gd name="connsiteY10" fmla="*/ 162892 h 162891"/>
                    <a:gd name="connsiteX11" fmla="*/ 176008 w 176007"/>
                    <a:gd name="connsiteY11" fmla="*/ 162892 h 162891"/>
                    <a:gd name="connsiteX12" fmla="*/ 176008 w 176007"/>
                    <a:gd name="connsiteY12" fmla="*/ 106122 h 162891"/>
                    <a:gd name="connsiteX13" fmla="*/ 172953 w 176007"/>
                    <a:gd name="connsiteY13" fmla="*/ 104890 h 162891"/>
                    <a:gd name="connsiteX14" fmla="*/ 167454 w 176007"/>
                    <a:gd name="connsiteY14" fmla="*/ 102426 h 162891"/>
                    <a:gd name="connsiteX15" fmla="*/ 7944 w 176007"/>
                    <a:gd name="connsiteY15" fmla="*/ 7405 h 162891"/>
                    <a:gd name="connsiteX16" fmla="*/ 47061 w 176007"/>
                    <a:gd name="connsiteY16" fmla="*/ 7405 h 162891"/>
                    <a:gd name="connsiteX17" fmla="*/ 47061 w 176007"/>
                    <a:gd name="connsiteY17" fmla="*/ 50597 h 162891"/>
                    <a:gd name="connsiteX18" fmla="*/ 7944 w 176007"/>
                    <a:gd name="connsiteY18" fmla="*/ 50597 h 162891"/>
                    <a:gd name="connsiteX19" fmla="*/ 7944 w 176007"/>
                    <a:gd name="connsiteY19" fmla="*/ 7405 h 162891"/>
                    <a:gd name="connsiteX20" fmla="*/ 47061 w 176007"/>
                    <a:gd name="connsiteY20" fmla="*/ 58618 h 162891"/>
                    <a:gd name="connsiteX21" fmla="*/ 47061 w 176007"/>
                    <a:gd name="connsiteY21" fmla="*/ 101803 h 162891"/>
                    <a:gd name="connsiteX22" fmla="*/ 7944 w 176007"/>
                    <a:gd name="connsiteY22" fmla="*/ 101803 h 162891"/>
                    <a:gd name="connsiteX23" fmla="*/ 7944 w 176007"/>
                    <a:gd name="connsiteY23" fmla="*/ 58618 h 162891"/>
                    <a:gd name="connsiteX24" fmla="*/ 47061 w 176007"/>
                    <a:gd name="connsiteY24" fmla="*/ 58618 h 162891"/>
                    <a:gd name="connsiteX25" fmla="*/ 7944 w 176007"/>
                    <a:gd name="connsiteY25" fmla="*/ 110447 h 162891"/>
                    <a:gd name="connsiteX26" fmla="*/ 47061 w 176007"/>
                    <a:gd name="connsiteY26" fmla="*/ 110447 h 162891"/>
                    <a:gd name="connsiteX27" fmla="*/ 47061 w 176007"/>
                    <a:gd name="connsiteY27" fmla="*/ 153632 h 162891"/>
                    <a:gd name="connsiteX28" fmla="*/ 7944 w 176007"/>
                    <a:gd name="connsiteY28" fmla="*/ 153632 h 162891"/>
                    <a:gd name="connsiteX29" fmla="*/ 7944 w 176007"/>
                    <a:gd name="connsiteY29" fmla="*/ 110447 h 162891"/>
                    <a:gd name="connsiteX30" fmla="*/ 167454 w 176007"/>
                    <a:gd name="connsiteY30" fmla="*/ 153632 h 162891"/>
                    <a:gd name="connsiteX31" fmla="*/ 55005 w 176007"/>
                    <a:gd name="connsiteY31" fmla="*/ 153632 h 162891"/>
                    <a:gd name="connsiteX32" fmla="*/ 55005 w 176007"/>
                    <a:gd name="connsiteY32" fmla="*/ 110447 h 162891"/>
                    <a:gd name="connsiteX33" fmla="*/ 167454 w 176007"/>
                    <a:gd name="connsiteY33" fmla="*/ 110447 h 162891"/>
                    <a:gd name="connsiteX34" fmla="*/ 167454 w 176007"/>
                    <a:gd name="connsiteY34" fmla="*/ 153632 h 162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76007" h="162891">
                      <a:moveTo>
                        <a:pt x="167454" y="102426"/>
                      </a:moveTo>
                      <a:lnTo>
                        <a:pt x="55005" y="102426"/>
                      </a:lnTo>
                      <a:lnTo>
                        <a:pt x="55005" y="59234"/>
                      </a:lnTo>
                      <a:lnTo>
                        <a:pt x="116119" y="59234"/>
                      </a:lnTo>
                      <a:cubicBezTo>
                        <a:pt x="114284" y="56147"/>
                        <a:pt x="113058" y="53677"/>
                        <a:pt x="111839" y="51213"/>
                      </a:cubicBezTo>
                      <a:lnTo>
                        <a:pt x="55005" y="51213"/>
                      </a:lnTo>
                      <a:lnTo>
                        <a:pt x="55005" y="8021"/>
                      </a:lnTo>
                      <a:lnTo>
                        <a:pt x="100841" y="8021"/>
                      </a:lnTo>
                      <a:lnTo>
                        <a:pt x="100841" y="0"/>
                      </a:lnTo>
                      <a:lnTo>
                        <a:pt x="0" y="0"/>
                      </a:lnTo>
                      <a:lnTo>
                        <a:pt x="0" y="162892"/>
                      </a:lnTo>
                      <a:lnTo>
                        <a:pt x="176008" y="162892"/>
                      </a:lnTo>
                      <a:lnTo>
                        <a:pt x="176008" y="106122"/>
                      </a:lnTo>
                      <a:lnTo>
                        <a:pt x="172953" y="104890"/>
                      </a:lnTo>
                      <a:cubicBezTo>
                        <a:pt x="171118" y="103658"/>
                        <a:pt x="169283" y="103042"/>
                        <a:pt x="167454" y="102426"/>
                      </a:cubicBezTo>
                      <a:close/>
                      <a:moveTo>
                        <a:pt x="7944" y="7405"/>
                      </a:moveTo>
                      <a:lnTo>
                        <a:pt x="47061" y="7405"/>
                      </a:lnTo>
                      <a:lnTo>
                        <a:pt x="47061" y="50597"/>
                      </a:lnTo>
                      <a:lnTo>
                        <a:pt x="7944" y="50597"/>
                      </a:lnTo>
                      <a:lnTo>
                        <a:pt x="7944" y="7405"/>
                      </a:lnTo>
                      <a:close/>
                      <a:moveTo>
                        <a:pt x="47061" y="58618"/>
                      </a:moveTo>
                      <a:lnTo>
                        <a:pt x="47061" y="101803"/>
                      </a:lnTo>
                      <a:lnTo>
                        <a:pt x="7944" y="101803"/>
                      </a:lnTo>
                      <a:lnTo>
                        <a:pt x="7944" y="58618"/>
                      </a:lnTo>
                      <a:lnTo>
                        <a:pt x="47061" y="58618"/>
                      </a:lnTo>
                      <a:close/>
                      <a:moveTo>
                        <a:pt x="7944" y="110447"/>
                      </a:moveTo>
                      <a:lnTo>
                        <a:pt x="47061" y="110447"/>
                      </a:lnTo>
                      <a:lnTo>
                        <a:pt x="47061" y="153632"/>
                      </a:lnTo>
                      <a:lnTo>
                        <a:pt x="7944" y="153632"/>
                      </a:lnTo>
                      <a:lnTo>
                        <a:pt x="7944" y="110447"/>
                      </a:lnTo>
                      <a:close/>
                      <a:moveTo>
                        <a:pt x="167454" y="153632"/>
                      </a:moveTo>
                      <a:lnTo>
                        <a:pt x="55005" y="153632"/>
                      </a:lnTo>
                      <a:lnTo>
                        <a:pt x="55005" y="110447"/>
                      </a:lnTo>
                      <a:lnTo>
                        <a:pt x="167454" y="110447"/>
                      </a:lnTo>
                      <a:lnTo>
                        <a:pt x="167454" y="153632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13" name="Freeform: Shape 471">
                  <a:extLst>
                    <a:ext uri="{FF2B5EF4-FFF2-40B4-BE49-F238E27FC236}">
                      <a16:creationId xmlns:a16="http://schemas.microsoft.com/office/drawing/2014/main" id="{2E369851-393E-4FC2-AEA6-018DC6E5AECD}"/>
                    </a:ext>
                  </a:extLst>
                </p:cNvPr>
                <p:cNvSpPr/>
                <p:nvPr/>
              </p:nvSpPr>
              <p:spPr>
                <a:xfrm>
                  <a:off x="3146697" y="3975663"/>
                  <a:ext cx="7943" cy="8021"/>
                </a:xfrm>
                <a:custGeom>
                  <a:avLst/>
                  <a:gdLst>
                    <a:gd name="connsiteX0" fmla="*/ 7944 w 7943"/>
                    <a:gd name="connsiteY0" fmla="*/ 0 h 8021"/>
                    <a:gd name="connsiteX1" fmla="*/ 0 w 7943"/>
                    <a:gd name="connsiteY1" fmla="*/ 0 h 8021"/>
                    <a:gd name="connsiteX2" fmla="*/ 0 w 7943"/>
                    <a:gd name="connsiteY2" fmla="*/ 8021 h 8021"/>
                    <a:gd name="connsiteX3" fmla="*/ 7944 w 7943"/>
                    <a:gd name="connsiteY3" fmla="*/ 8021 h 8021"/>
                    <a:gd name="connsiteX4" fmla="*/ 7944 w 7943"/>
                    <a:gd name="connsiteY4" fmla="*/ 0 h 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43" h="8021">
                      <a:moveTo>
                        <a:pt x="7944" y="0"/>
                      </a:moveTo>
                      <a:lnTo>
                        <a:pt x="0" y="0"/>
                      </a:lnTo>
                      <a:lnTo>
                        <a:pt x="0" y="8021"/>
                      </a:lnTo>
                      <a:lnTo>
                        <a:pt x="7944" y="8021"/>
                      </a:lnTo>
                      <a:lnTo>
                        <a:pt x="7944" y="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14" name="Freeform: Shape 472">
                  <a:extLst>
                    <a:ext uri="{FF2B5EF4-FFF2-40B4-BE49-F238E27FC236}">
                      <a16:creationId xmlns:a16="http://schemas.microsoft.com/office/drawing/2014/main" id="{6B433C47-7AC2-4DC0-9AA9-B6CB45D822E8}"/>
                    </a:ext>
                  </a:extLst>
                </p:cNvPr>
                <p:cNvSpPr/>
                <p:nvPr/>
              </p:nvSpPr>
              <p:spPr>
                <a:xfrm>
                  <a:off x="3114914" y="3957157"/>
                  <a:ext cx="26283" cy="26527"/>
                </a:xfrm>
                <a:custGeom>
                  <a:avLst/>
                  <a:gdLst>
                    <a:gd name="connsiteX0" fmla="*/ 6115 w 26283"/>
                    <a:gd name="connsiteY0" fmla="*/ 26527 h 26527"/>
                    <a:gd name="connsiteX1" fmla="*/ 13450 w 26283"/>
                    <a:gd name="connsiteY1" fmla="*/ 19122 h 26527"/>
                    <a:gd name="connsiteX2" fmla="*/ 20784 w 26283"/>
                    <a:gd name="connsiteY2" fmla="*/ 26527 h 26527"/>
                    <a:gd name="connsiteX3" fmla="*/ 26283 w 26283"/>
                    <a:gd name="connsiteY3" fmla="*/ 20360 h 26527"/>
                    <a:gd name="connsiteX4" fmla="*/ 18949 w 26283"/>
                    <a:gd name="connsiteY4" fmla="*/ 12955 h 26527"/>
                    <a:gd name="connsiteX5" fmla="*/ 26283 w 26283"/>
                    <a:gd name="connsiteY5" fmla="*/ 5551 h 26527"/>
                    <a:gd name="connsiteX6" fmla="*/ 20784 w 26283"/>
                    <a:gd name="connsiteY6" fmla="*/ 0 h 26527"/>
                    <a:gd name="connsiteX7" fmla="*/ 13450 w 26283"/>
                    <a:gd name="connsiteY7" fmla="*/ 7399 h 26527"/>
                    <a:gd name="connsiteX8" fmla="*/ 6115 w 26283"/>
                    <a:gd name="connsiteY8" fmla="*/ 0 h 26527"/>
                    <a:gd name="connsiteX9" fmla="*/ 0 w 26283"/>
                    <a:gd name="connsiteY9" fmla="*/ 5551 h 26527"/>
                    <a:gd name="connsiteX10" fmla="*/ 7334 w 26283"/>
                    <a:gd name="connsiteY10" fmla="*/ 12955 h 26527"/>
                    <a:gd name="connsiteX11" fmla="*/ 0 w 26283"/>
                    <a:gd name="connsiteY11" fmla="*/ 20360 h 26527"/>
                    <a:gd name="connsiteX12" fmla="*/ 6115 w 26283"/>
                    <a:gd name="connsiteY12" fmla="*/ 26527 h 26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6283" h="26527">
                      <a:moveTo>
                        <a:pt x="6115" y="26527"/>
                      </a:moveTo>
                      <a:lnTo>
                        <a:pt x="13450" y="19122"/>
                      </a:lnTo>
                      <a:lnTo>
                        <a:pt x="20784" y="26527"/>
                      </a:lnTo>
                      <a:lnTo>
                        <a:pt x="26283" y="20360"/>
                      </a:lnTo>
                      <a:lnTo>
                        <a:pt x="18949" y="12955"/>
                      </a:lnTo>
                      <a:lnTo>
                        <a:pt x="26283" y="5551"/>
                      </a:lnTo>
                      <a:lnTo>
                        <a:pt x="20784" y="0"/>
                      </a:lnTo>
                      <a:lnTo>
                        <a:pt x="13450" y="7399"/>
                      </a:lnTo>
                      <a:lnTo>
                        <a:pt x="6115" y="0"/>
                      </a:lnTo>
                      <a:lnTo>
                        <a:pt x="0" y="5551"/>
                      </a:lnTo>
                      <a:lnTo>
                        <a:pt x="7334" y="12955"/>
                      </a:lnTo>
                      <a:lnTo>
                        <a:pt x="0" y="20360"/>
                      </a:lnTo>
                      <a:lnTo>
                        <a:pt x="6115" y="26527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15" name="Freeform: Shape 473">
                  <a:extLst>
                    <a:ext uri="{FF2B5EF4-FFF2-40B4-BE49-F238E27FC236}">
                      <a16:creationId xmlns:a16="http://schemas.microsoft.com/office/drawing/2014/main" id="{2576A54C-E640-4D50-AADE-99246F0CDD24}"/>
                    </a:ext>
                  </a:extLst>
                </p:cNvPr>
                <p:cNvSpPr/>
                <p:nvPr/>
              </p:nvSpPr>
              <p:spPr>
                <a:xfrm>
                  <a:off x="3095362" y="3975663"/>
                  <a:ext cx="7943" cy="8021"/>
                </a:xfrm>
                <a:custGeom>
                  <a:avLst/>
                  <a:gdLst>
                    <a:gd name="connsiteX0" fmla="*/ 7944 w 7943"/>
                    <a:gd name="connsiteY0" fmla="*/ 0 h 8021"/>
                    <a:gd name="connsiteX1" fmla="*/ 0 w 7943"/>
                    <a:gd name="connsiteY1" fmla="*/ 0 h 8021"/>
                    <a:gd name="connsiteX2" fmla="*/ 0 w 7943"/>
                    <a:gd name="connsiteY2" fmla="*/ 8021 h 8021"/>
                    <a:gd name="connsiteX3" fmla="*/ 7944 w 7943"/>
                    <a:gd name="connsiteY3" fmla="*/ 8021 h 8021"/>
                    <a:gd name="connsiteX4" fmla="*/ 7944 w 7943"/>
                    <a:gd name="connsiteY4" fmla="*/ 0 h 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43" h="8021">
                      <a:moveTo>
                        <a:pt x="7944" y="0"/>
                      </a:moveTo>
                      <a:lnTo>
                        <a:pt x="0" y="0"/>
                      </a:lnTo>
                      <a:lnTo>
                        <a:pt x="0" y="8021"/>
                      </a:lnTo>
                      <a:lnTo>
                        <a:pt x="7944" y="8021"/>
                      </a:lnTo>
                      <a:lnTo>
                        <a:pt x="7944" y="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16" name="Freeform: Shape 474">
                  <a:extLst>
                    <a:ext uri="{FF2B5EF4-FFF2-40B4-BE49-F238E27FC236}">
                      <a16:creationId xmlns:a16="http://schemas.microsoft.com/office/drawing/2014/main" id="{CF789838-2AE7-43FF-8E92-89F496C55FB2}"/>
                    </a:ext>
                  </a:extLst>
                </p:cNvPr>
                <p:cNvSpPr/>
                <p:nvPr/>
              </p:nvSpPr>
              <p:spPr>
                <a:xfrm>
                  <a:off x="3064196" y="3957157"/>
                  <a:ext cx="26276" cy="26527"/>
                </a:xfrm>
                <a:custGeom>
                  <a:avLst/>
                  <a:gdLst>
                    <a:gd name="connsiteX0" fmla="*/ 0 w 26276"/>
                    <a:gd name="connsiteY0" fmla="*/ 20360 h 26527"/>
                    <a:gd name="connsiteX1" fmla="*/ 5499 w 26276"/>
                    <a:gd name="connsiteY1" fmla="*/ 26527 h 26527"/>
                    <a:gd name="connsiteX2" fmla="*/ 12834 w 26276"/>
                    <a:gd name="connsiteY2" fmla="*/ 19122 h 26527"/>
                    <a:gd name="connsiteX3" fmla="*/ 20168 w 26276"/>
                    <a:gd name="connsiteY3" fmla="*/ 26527 h 26527"/>
                    <a:gd name="connsiteX4" fmla="*/ 26277 w 26276"/>
                    <a:gd name="connsiteY4" fmla="*/ 20360 h 26527"/>
                    <a:gd name="connsiteX5" fmla="*/ 18943 w 26276"/>
                    <a:gd name="connsiteY5" fmla="*/ 12955 h 26527"/>
                    <a:gd name="connsiteX6" fmla="*/ 26277 w 26276"/>
                    <a:gd name="connsiteY6" fmla="*/ 5551 h 26527"/>
                    <a:gd name="connsiteX7" fmla="*/ 20168 w 26276"/>
                    <a:gd name="connsiteY7" fmla="*/ 0 h 26527"/>
                    <a:gd name="connsiteX8" fmla="*/ 12834 w 26276"/>
                    <a:gd name="connsiteY8" fmla="*/ 7399 h 26527"/>
                    <a:gd name="connsiteX9" fmla="*/ 5499 w 26276"/>
                    <a:gd name="connsiteY9" fmla="*/ 0 h 26527"/>
                    <a:gd name="connsiteX10" fmla="*/ 0 w 26276"/>
                    <a:gd name="connsiteY10" fmla="*/ 5551 h 26527"/>
                    <a:gd name="connsiteX11" fmla="*/ 7334 w 26276"/>
                    <a:gd name="connsiteY11" fmla="*/ 12955 h 26527"/>
                    <a:gd name="connsiteX12" fmla="*/ 0 w 26276"/>
                    <a:gd name="connsiteY12" fmla="*/ 20360 h 26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6276" h="26527">
                      <a:moveTo>
                        <a:pt x="0" y="20360"/>
                      </a:moveTo>
                      <a:lnTo>
                        <a:pt x="5499" y="26527"/>
                      </a:lnTo>
                      <a:lnTo>
                        <a:pt x="12834" y="19122"/>
                      </a:lnTo>
                      <a:lnTo>
                        <a:pt x="20168" y="26527"/>
                      </a:lnTo>
                      <a:lnTo>
                        <a:pt x="26277" y="20360"/>
                      </a:lnTo>
                      <a:lnTo>
                        <a:pt x="18943" y="12955"/>
                      </a:lnTo>
                      <a:lnTo>
                        <a:pt x="26277" y="5551"/>
                      </a:lnTo>
                      <a:lnTo>
                        <a:pt x="20168" y="0"/>
                      </a:lnTo>
                      <a:lnTo>
                        <a:pt x="12834" y="7399"/>
                      </a:lnTo>
                      <a:lnTo>
                        <a:pt x="5499" y="0"/>
                      </a:lnTo>
                      <a:lnTo>
                        <a:pt x="0" y="5551"/>
                      </a:lnTo>
                      <a:lnTo>
                        <a:pt x="7334" y="12955"/>
                      </a:lnTo>
                      <a:lnTo>
                        <a:pt x="0" y="2036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17" name="Freeform: Shape 475">
                  <a:extLst>
                    <a:ext uri="{FF2B5EF4-FFF2-40B4-BE49-F238E27FC236}">
                      <a16:creationId xmlns:a16="http://schemas.microsoft.com/office/drawing/2014/main" id="{E636B06B-1A55-4EC0-8607-35A712972406}"/>
                    </a:ext>
                  </a:extLst>
                </p:cNvPr>
                <p:cNvSpPr/>
                <p:nvPr/>
              </p:nvSpPr>
              <p:spPr>
                <a:xfrm>
                  <a:off x="3095362" y="3923840"/>
                  <a:ext cx="7943" cy="8021"/>
                </a:xfrm>
                <a:custGeom>
                  <a:avLst/>
                  <a:gdLst>
                    <a:gd name="connsiteX0" fmla="*/ 7944 w 7943"/>
                    <a:gd name="connsiteY0" fmla="*/ 0 h 8021"/>
                    <a:gd name="connsiteX1" fmla="*/ 0 w 7943"/>
                    <a:gd name="connsiteY1" fmla="*/ 0 h 8021"/>
                    <a:gd name="connsiteX2" fmla="*/ 0 w 7943"/>
                    <a:gd name="connsiteY2" fmla="*/ 8021 h 8021"/>
                    <a:gd name="connsiteX3" fmla="*/ 7944 w 7943"/>
                    <a:gd name="connsiteY3" fmla="*/ 8021 h 8021"/>
                    <a:gd name="connsiteX4" fmla="*/ 7944 w 7943"/>
                    <a:gd name="connsiteY4" fmla="*/ 0 h 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43" h="8021">
                      <a:moveTo>
                        <a:pt x="7944" y="0"/>
                      </a:moveTo>
                      <a:lnTo>
                        <a:pt x="0" y="0"/>
                      </a:lnTo>
                      <a:lnTo>
                        <a:pt x="0" y="8021"/>
                      </a:lnTo>
                      <a:lnTo>
                        <a:pt x="7944" y="8021"/>
                      </a:lnTo>
                      <a:lnTo>
                        <a:pt x="7944" y="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18" name="Freeform: Shape 476">
                  <a:extLst>
                    <a:ext uri="{FF2B5EF4-FFF2-40B4-BE49-F238E27FC236}">
                      <a16:creationId xmlns:a16="http://schemas.microsoft.com/office/drawing/2014/main" id="{15319FB7-358D-4119-B19B-3BF8A653B3BA}"/>
                    </a:ext>
                  </a:extLst>
                </p:cNvPr>
                <p:cNvSpPr/>
                <p:nvPr/>
              </p:nvSpPr>
              <p:spPr>
                <a:xfrm>
                  <a:off x="3064196" y="3905328"/>
                  <a:ext cx="26276" cy="26533"/>
                </a:xfrm>
                <a:custGeom>
                  <a:avLst/>
                  <a:gdLst>
                    <a:gd name="connsiteX0" fmla="*/ 0 w 26276"/>
                    <a:gd name="connsiteY0" fmla="*/ 20361 h 26533"/>
                    <a:gd name="connsiteX1" fmla="*/ 5499 w 26276"/>
                    <a:gd name="connsiteY1" fmla="*/ 26534 h 26533"/>
                    <a:gd name="connsiteX2" fmla="*/ 12834 w 26276"/>
                    <a:gd name="connsiteY2" fmla="*/ 19129 h 26533"/>
                    <a:gd name="connsiteX3" fmla="*/ 20168 w 26276"/>
                    <a:gd name="connsiteY3" fmla="*/ 26534 h 26533"/>
                    <a:gd name="connsiteX4" fmla="*/ 26277 w 26276"/>
                    <a:gd name="connsiteY4" fmla="*/ 20361 h 26533"/>
                    <a:gd name="connsiteX5" fmla="*/ 18943 w 26276"/>
                    <a:gd name="connsiteY5" fmla="*/ 12956 h 26533"/>
                    <a:gd name="connsiteX6" fmla="*/ 26277 w 26276"/>
                    <a:gd name="connsiteY6" fmla="*/ 5551 h 26533"/>
                    <a:gd name="connsiteX7" fmla="*/ 20168 w 26276"/>
                    <a:gd name="connsiteY7" fmla="*/ 0 h 26533"/>
                    <a:gd name="connsiteX8" fmla="*/ 12834 w 26276"/>
                    <a:gd name="connsiteY8" fmla="*/ 7405 h 26533"/>
                    <a:gd name="connsiteX9" fmla="*/ 5499 w 26276"/>
                    <a:gd name="connsiteY9" fmla="*/ 0 h 26533"/>
                    <a:gd name="connsiteX10" fmla="*/ 0 w 26276"/>
                    <a:gd name="connsiteY10" fmla="*/ 5551 h 26533"/>
                    <a:gd name="connsiteX11" fmla="*/ 7334 w 26276"/>
                    <a:gd name="connsiteY11" fmla="*/ 12956 h 26533"/>
                    <a:gd name="connsiteX12" fmla="*/ 0 w 26276"/>
                    <a:gd name="connsiteY12" fmla="*/ 20361 h 26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6276" h="26533">
                      <a:moveTo>
                        <a:pt x="0" y="20361"/>
                      </a:moveTo>
                      <a:lnTo>
                        <a:pt x="5499" y="26534"/>
                      </a:lnTo>
                      <a:lnTo>
                        <a:pt x="12834" y="19129"/>
                      </a:lnTo>
                      <a:lnTo>
                        <a:pt x="20168" y="26534"/>
                      </a:lnTo>
                      <a:lnTo>
                        <a:pt x="26277" y="20361"/>
                      </a:lnTo>
                      <a:lnTo>
                        <a:pt x="18943" y="12956"/>
                      </a:lnTo>
                      <a:lnTo>
                        <a:pt x="26277" y="5551"/>
                      </a:lnTo>
                      <a:lnTo>
                        <a:pt x="20168" y="0"/>
                      </a:lnTo>
                      <a:lnTo>
                        <a:pt x="12834" y="7405"/>
                      </a:lnTo>
                      <a:lnTo>
                        <a:pt x="5499" y="0"/>
                      </a:lnTo>
                      <a:lnTo>
                        <a:pt x="0" y="5551"/>
                      </a:lnTo>
                      <a:lnTo>
                        <a:pt x="7334" y="12956"/>
                      </a:lnTo>
                      <a:lnTo>
                        <a:pt x="0" y="20361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19" name="Freeform: Shape 477">
                  <a:extLst>
                    <a:ext uri="{FF2B5EF4-FFF2-40B4-BE49-F238E27FC236}">
                      <a16:creationId xmlns:a16="http://schemas.microsoft.com/office/drawing/2014/main" id="{F793F1BC-D9B0-40C5-9D86-48019B4AAD67}"/>
                    </a:ext>
                  </a:extLst>
                </p:cNvPr>
                <p:cNvSpPr/>
                <p:nvPr/>
              </p:nvSpPr>
              <p:spPr>
                <a:xfrm>
                  <a:off x="3093527" y="3872011"/>
                  <a:ext cx="7944" cy="8637"/>
                </a:xfrm>
                <a:custGeom>
                  <a:avLst/>
                  <a:gdLst>
                    <a:gd name="connsiteX0" fmla="*/ 0 w 7944"/>
                    <a:gd name="connsiteY0" fmla="*/ 8637 h 8637"/>
                    <a:gd name="connsiteX1" fmla="*/ 7944 w 7944"/>
                    <a:gd name="connsiteY1" fmla="*/ 8637 h 8637"/>
                    <a:gd name="connsiteX2" fmla="*/ 7944 w 7944"/>
                    <a:gd name="connsiteY2" fmla="*/ 616 h 8637"/>
                    <a:gd name="connsiteX3" fmla="*/ 7944 w 7944"/>
                    <a:gd name="connsiteY3" fmla="*/ 0 h 8637"/>
                    <a:gd name="connsiteX4" fmla="*/ 0 w 7944"/>
                    <a:gd name="connsiteY4" fmla="*/ 0 h 8637"/>
                    <a:gd name="connsiteX5" fmla="*/ 0 w 7944"/>
                    <a:gd name="connsiteY5" fmla="*/ 8637 h 86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944" h="8637">
                      <a:moveTo>
                        <a:pt x="0" y="8637"/>
                      </a:moveTo>
                      <a:lnTo>
                        <a:pt x="7944" y="8637"/>
                      </a:lnTo>
                      <a:lnTo>
                        <a:pt x="7944" y="616"/>
                      </a:lnTo>
                      <a:cubicBezTo>
                        <a:pt x="7944" y="616"/>
                        <a:pt x="7944" y="616"/>
                        <a:pt x="7944" y="0"/>
                      </a:cubicBezTo>
                      <a:lnTo>
                        <a:pt x="0" y="0"/>
                      </a:lnTo>
                      <a:lnTo>
                        <a:pt x="0" y="8637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20" name="Freeform: Shape 478">
                  <a:extLst>
                    <a:ext uri="{FF2B5EF4-FFF2-40B4-BE49-F238E27FC236}">
                      <a16:creationId xmlns:a16="http://schemas.microsoft.com/office/drawing/2014/main" id="{E39F231E-56D7-4BB0-81A3-5C71CB90ABC3}"/>
                    </a:ext>
                  </a:extLst>
                </p:cNvPr>
                <p:cNvSpPr/>
                <p:nvPr/>
              </p:nvSpPr>
              <p:spPr>
                <a:xfrm>
                  <a:off x="3061751" y="3853499"/>
                  <a:ext cx="26276" cy="26527"/>
                </a:xfrm>
                <a:custGeom>
                  <a:avLst/>
                  <a:gdLst>
                    <a:gd name="connsiteX0" fmla="*/ 0 w 26276"/>
                    <a:gd name="connsiteY0" fmla="*/ 20977 h 26527"/>
                    <a:gd name="connsiteX1" fmla="*/ 6109 w 26276"/>
                    <a:gd name="connsiteY1" fmla="*/ 26527 h 26527"/>
                    <a:gd name="connsiteX2" fmla="*/ 13443 w 26276"/>
                    <a:gd name="connsiteY2" fmla="*/ 19129 h 26527"/>
                    <a:gd name="connsiteX3" fmla="*/ 20778 w 26276"/>
                    <a:gd name="connsiteY3" fmla="*/ 26527 h 26527"/>
                    <a:gd name="connsiteX4" fmla="*/ 26277 w 26276"/>
                    <a:gd name="connsiteY4" fmla="*/ 20977 h 26527"/>
                    <a:gd name="connsiteX5" fmla="*/ 18942 w 26276"/>
                    <a:gd name="connsiteY5" fmla="*/ 13572 h 26527"/>
                    <a:gd name="connsiteX6" fmla="*/ 26277 w 26276"/>
                    <a:gd name="connsiteY6" fmla="*/ 6167 h 26527"/>
                    <a:gd name="connsiteX7" fmla="*/ 20778 w 26276"/>
                    <a:gd name="connsiteY7" fmla="*/ 0 h 26527"/>
                    <a:gd name="connsiteX8" fmla="*/ 13443 w 26276"/>
                    <a:gd name="connsiteY8" fmla="*/ 7405 h 26527"/>
                    <a:gd name="connsiteX9" fmla="*/ 6109 w 26276"/>
                    <a:gd name="connsiteY9" fmla="*/ 0 h 26527"/>
                    <a:gd name="connsiteX10" fmla="*/ 0 w 26276"/>
                    <a:gd name="connsiteY10" fmla="*/ 6167 h 26527"/>
                    <a:gd name="connsiteX11" fmla="*/ 7334 w 26276"/>
                    <a:gd name="connsiteY11" fmla="*/ 13572 h 26527"/>
                    <a:gd name="connsiteX12" fmla="*/ 0 w 26276"/>
                    <a:gd name="connsiteY12" fmla="*/ 20977 h 26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6276" h="26527">
                      <a:moveTo>
                        <a:pt x="0" y="20977"/>
                      </a:moveTo>
                      <a:lnTo>
                        <a:pt x="6109" y="26527"/>
                      </a:lnTo>
                      <a:lnTo>
                        <a:pt x="13443" y="19129"/>
                      </a:lnTo>
                      <a:lnTo>
                        <a:pt x="20778" y="26527"/>
                      </a:lnTo>
                      <a:lnTo>
                        <a:pt x="26277" y="20977"/>
                      </a:lnTo>
                      <a:lnTo>
                        <a:pt x="18942" y="13572"/>
                      </a:lnTo>
                      <a:lnTo>
                        <a:pt x="26277" y="6167"/>
                      </a:lnTo>
                      <a:lnTo>
                        <a:pt x="20778" y="0"/>
                      </a:lnTo>
                      <a:lnTo>
                        <a:pt x="13443" y="7405"/>
                      </a:lnTo>
                      <a:lnTo>
                        <a:pt x="6109" y="0"/>
                      </a:lnTo>
                      <a:lnTo>
                        <a:pt x="0" y="6167"/>
                      </a:lnTo>
                      <a:lnTo>
                        <a:pt x="7334" y="13572"/>
                      </a:lnTo>
                      <a:lnTo>
                        <a:pt x="0" y="20977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21" name="Freeform: Shape 479">
                  <a:extLst>
                    <a:ext uri="{FF2B5EF4-FFF2-40B4-BE49-F238E27FC236}">
                      <a16:creationId xmlns:a16="http://schemas.microsoft.com/office/drawing/2014/main" id="{E9910C8E-21BC-498F-89B7-3AC561D05E1E}"/>
                    </a:ext>
                  </a:extLst>
                </p:cNvPr>
                <p:cNvSpPr/>
                <p:nvPr/>
              </p:nvSpPr>
              <p:spPr>
                <a:xfrm>
                  <a:off x="3103916" y="3756630"/>
                  <a:ext cx="136280" cy="180165"/>
                </a:xfrm>
                <a:custGeom>
                  <a:avLst/>
                  <a:gdLst>
                    <a:gd name="connsiteX0" fmla="*/ 0 w 136280"/>
                    <a:gd name="connsiteY0" fmla="*/ 28998 h 180165"/>
                    <a:gd name="connsiteX1" fmla="*/ 0 w 136280"/>
                    <a:gd name="connsiteY1" fmla="*/ 92550 h 180165"/>
                    <a:gd name="connsiteX2" fmla="*/ 8560 w 136280"/>
                    <a:gd name="connsiteY2" fmla="*/ 127098 h 180165"/>
                    <a:gd name="connsiteX3" fmla="*/ 67229 w 136280"/>
                    <a:gd name="connsiteY3" fmla="*/ 179543 h 180165"/>
                    <a:gd name="connsiteX4" fmla="*/ 68449 w 136280"/>
                    <a:gd name="connsiteY4" fmla="*/ 180166 h 180165"/>
                    <a:gd name="connsiteX5" fmla="*/ 69668 w 136280"/>
                    <a:gd name="connsiteY5" fmla="*/ 179543 h 180165"/>
                    <a:gd name="connsiteX6" fmla="*/ 127727 w 136280"/>
                    <a:gd name="connsiteY6" fmla="*/ 127098 h 180165"/>
                    <a:gd name="connsiteX7" fmla="*/ 136281 w 136280"/>
                    <a:gd name="connsiteY7" fmla="*/ 92550 h 180165"/>
                    <a:gd name="connsiteX8" fmla="*/ 136281 w 136280"/>
                    <a:gd name="connsiteY8" fmla="*/ 28998 h 180165"/>
                    <a:gd name="connsiteX9" fmla="*/ 68449 w 136280"/>
                    <a:gd name="connsiteY9" fmla="*/ 0 h 180165"/>
                    <a:gd name="connsiteX10" fmla="*/ 0 w 136280"/>
                    <a:gd name="connsiteY10" fmla="*/ 28998 h 180165"/>
                    <a:gd name="connsiteX11" fmla="*/ 128953 w 136280"/>
                    <a:gd name="connsiteY11" fmla="*/ 92550 h 180165"/>
                    <a:gd name="connsiteX12" fmla="*/ 69058 w 136280"/>
                    <a:gd name="connsiteY12" fmla="*/ 170906 h 180165"/>
                    <a:gd name="connsiteX13" fmla="*/ 16504 w 136280"/>
                    <a:gd name="connsiteY13" fmla="*/ 124018 h 180165"/>
                    <a:gd name="connsiteX14" fmla="*/ 8560 w 136280"/>
                    <a:gd name="connsiteY14" fmla="*/ 92550 h 180165"/>
                    <a:gd name="connsiteX15" fmla="*/ 8560 w 136280"/>
                    <a:gd name="connsiteY15" fmla="*/ 34548 h 180165"/>
                    <a:gd name="connsiteX16" fmla="*/ 69058 w 136280"/>
                    <a:gd name="connsiteY16" fmla="*/ 8637 h 180165"/>
                    <a:gd name="connsiteX17" fmla="*/ 128953 w 136280"/>
                    <a:gd name="connsiteY17" fmla="*/ 34548 h 180165"/>
                    <a:gd name="connsiteX18" fmla="*/ 128953 w 136280"/>
                    <a:gd name="connsiteY18" fmla="*/ 92550 h 1801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36280" h="180165">
                      <a:moveTo>
                        <a:pt x="0" y="28998"/>
                      </a:moveTo>
                      <a:lnTo>
                        <a:pt x="0" y="92550"/>
                      </a:lnTo>
                      <a:cubicBezTo>
                        <a:pt x="0" y="93166"/>
                        <a:pt x="616" y="108592"/>
                        <a:pt x="8560" y="127098"/>
                      </a:cubicBezTo>
                      <a:cubicBezTo>
                        <a:pt x="16504" y="144379"/>
                        <a:pt x="33002" y="167204"/>
                        <a:pt x="67229" y="179543"/>
                      </a:cubicBezTo>
                      <a:lnTo>
                        <a:pt x="68449" y="180166"/>
                      </a:lnTo>
                      <a:lnTo>
                        <a:pt x="69668" y="179543"/>
                      </a:lnTo>
                      <a:cubicBezTo>
                        <a:pt x="103895" y="167204"/>
                        <a:pt x="120393" y="144379"/>
                        <a:pt x="127727" y="127098"/>
                      </a:cubicBezTo>
                      <a:cubicBezTo>
                        <a:pt x="136281" y="108592"/>
                        <a:pt x="136281" y="93166"/>
                        <a:pt x="136281" y="92550"/>
                      </a:cubicBezTo>
                      <a:lnTo>
                        <a:pt x="136281" y="28998"/>
                      </a:lnTo>
                      <a:lnTo>
                        <a:pt x="68449" y="0"/>
                      </a:lnTo>
                      <a:lnTo>
                        <a:pt x="0" y="28998"/>
                      </a:lnTo>
                      <a:close/>
                      <a:moveTo>
                        <a:pt x="128953" y="92550"/>
                      </a:moveTo>
                      <a:cubicBezTo>
                        <a:pt x="128953" y="93166"/>
                        <a:pt x="127727" y="148697"/>
                        <a:pt x="69058" y="170906"/>
                      </a:cubicBezTo>
                      <a:cubicBezTo>
                        <a:pt x="44616" y="161653"/>
                        <a:pt x="26893" y="145611"/>
                        <a:pt x="16504" y="124018"/>
                      </a:cubicBezTo>
                      <a:cubicBezTo>
                        <a:pt x="8560" y="107354"/>
                        <a:pt x="8560" y="92550"/>
                        <a:pt x="8560" y="92550"/>
                      </a:cubicBezTo>
                      <a:lnTo>
                        <a:pt x="8560" y="34548"/>
                      </a:lnTo>
                      <a:lnTo>
                        <a:pt x="69058" y="8637"/>
                      </a:lnTo>
                      <a:lnTo>
                        <a:pt x="128953" y="34548"/>
                      </a:lnTo>
                      <a:lnTo>
                        <a:pt x="128953" y="9255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22" name="Freeform: Shape 480">
                  <a:extLst>
                    <a:ext uri="{FF2B5EF4-FFF2-40B4-BE49-F238E27FC236}">
                      <a16:creationId xmlns:a16="http://schemas.microsoft.com/office/drawing/2014/main" id="{FADB045F-1B22-4DA0-813D-A6CAB96CE485}"/>
                    </a:ext>
                  </a:extLst>
                </p:cNvPr>
                <p:cNvSpPr/>
                <p:nvPr/>
              </p:nvSpPr>
              <p:spPr>
                <a:xfrm>
                  <a:off x="3133254" y="3857817"/>
                  <a:ext cx="31776" cy="8021"/>
                </a:xfrm>
                <a:custGeom>
                  <a:avLst/>
                  <a:gdLst>
                    <a:gd name="connsiteX0" fmla="*/ 31776 w 31776"/>
                    <a:gd name="connsiteY0" fmla="*/ 0 h 8021"/>
                    <a:gd name="connsiteX1" fmla="*/ 0 w 31776"/>
                    <a:gd name="connsiteY1" fmla="*/ 0 h 8021"/>
                    <a:gd name="connsiteX2" fmla="*/ 0 w 31776"/>
                    <a:gd name="connsiteY2" fmla="*/ 8021 h 8021"/>
                    <a:gd name="connsiteX3" fmla="*/ 31776 w 31776"/>
                    <a:gd name="connsiteY3" fmla="*/ 8021 h 8021"/>
                    <a:gd name="connsiteX4" fmla="*/ 31776 w 31776"/>
                    <a:gd name="connsiteY4" fmla="*/ 0 h 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76" h="8021">
                      <a:moveTo>
                        <a:pt x="31776" y="0"/>
                      </a:moveTo>
                      <a:lnTo>
                        <a:pt x="0" y="0"/>
                      </a:lnTo>
                      <a:lnTo>
                        <a:pt x="0" y="8021"/>
                      </a:lnTo>
                      <a:lnTo>
                        <a:pt x="31776" y="8021"/>
                      </a:lnTo>
                      <a:lnTo>
                        <a:pt x="31776" y="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23" name="Freeform: Shape 481">
                  <a:extLst>
                    <a:ext uri="{FF2B5EF4-FFF2-40B4-BE49-F238E27FC236}">
                      <a16:creationId xmlns:a16="http://schemas.microsoft.com/office/drawing/2014/main" id="{BC50D688-0483-4BCB-8266-EE7655AF15AE}"/>
                    </a:ext>
                  </a:extLst>
                </p:cNvPr>
                <p:cNvSpPr/>
                <p:nvPr/>
              </p:nvSpPr>
              <p:spPr>
                <a:xfrm>
                  <a:off x="3133254" y="3816480"/>
                  <a:ext cx="31776" cy="8021"/>
                </a:xfrm>
                <a:custGeom>
                  <a:avLst/>
                  <a:gdLst>
                    <a:gd name="connsiteX0" fmla="*/ 31776 w 31776"/>
                    <a:gd name="connsiteY0" fmla="*/ 0 h 8021"/>
                    <a:gd name="connsiteX1" fmla="*/ 0 w 31776"/>
                    <a:gd name="connsiteY1" fmla="*/ 0 h 8021"/>
                    <a:gd name="connsiteX2" fmla="*/ 0 w 31776"/>
                    <a:gd name="connsiteY2" fmla="*/ 8021 h 8021"/>
                    <a:gd name="connsiteX3" fmla="*/ 31776 w 31776"/>
                    <a:gd name="connsiteY3" fmla="*/ 8021 h 8021"/>
                    <a:gd name="connsiteX4" fmla="*/ 31776 w 31776"/>
                    <a:gd name="connsiteY4" fmla="*/ 0 h 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76" h="8021">
                      <a:moveTo>
                        <a:pt x="31776" y="0"/>
                      </a:moveTo>
                      <a:lnTo>
                        <a:pt x="0" y="0"/>
                      </a:lnTo>
                      <a:lnTo>
                        <a:pt x="0" y="8021"/>
                      </a:lnTo>
                      <a:lnTo>
                        <a:pt x="31776" y="8021"/>
                      </a:lnTo>
                      <a:lnTo>
                        <a:pt x="31776" y="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24" name="Freeform: Shape 482">
                  <a:extLst>
                    <a:ext uri="{FF2B5EF4-FFF2-40B4-BE49-F238E27FC236}">
                      <a16:creationId xmlns:a16="http://schemas.microsoft.com/office/drawing/2014/main" id="{45019ABC-28A1-43C1-8FCE-F8F9BCE32E62}"/>
                    </a:ext>
                  </a:extLst>
                </p:cNvPr>
                <p:cNvSpPr/>
                <p:nvPr/>
              </p:nvSpPr>
              <p:spPr>
                <a:xfrm>
                  <a:off x="3177864" y="3807220"/>
                  <a:ext cx="35446" cy="29004"/>
                </a:xfrm>
                <a:custGeom>
                  <a:avLst/>
                  <a:gdLst>
                    <a:gd name="connsiteX0" fmla="*/ 29947 w 35446"/>
                    <a:gd name="connsiteY0" fmla="*/ 0 h 29004"/>
                    <a:gd name="connsiteX1" fmla="*/ 12224 w 35446"/>
                    <a:gd name="connsiteY1" fmla="*/ 17281 h 29004"/>
                    <a:gd name="connsiteX2" fmla="*/ 6109 w 35446"/>
                    <a:gd name="connsiteY2" fmla="*/ 11108 h 29004"/>
                    <a:gd name="connsiteX3" fmla="*/ 0 w 35446"/>
                    <a:gd name="connsiteY3" fmla="*/ 16665 h 29004"/>
                    <a:gd name="connsiteX4" fmla="*/ 12224 w 35446"/>
                    <a:gd name="connsiteY4" fmla="*/ 29004 h 29004"/>
                    <a:gd name="connsiteX5" fmla="*/ 35447 w 35446"/>
                    <a:gd name="connsiteY5" fmla="*/ 5557 h 29004"/>
                    <a:gd name="connsiteX6" fmla="*/ 29947 w 35446"/>
                    <a:gd name="connsiteY6" fmla="*/ 0 h 290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5446" h="29004">
                      <a:moveTo>
                        <a:pt x="29947" y="0"/>
                      </a:moveTo>
                      <a:lnTo>
                        <a:pt x="12224" y="17281"/>
                      </a:lnTo>
                      <a:lnTo>
                        <a:pt x="6109" y="11108"/>
                      </a:lnTo>
                      <a:lnTo>
                        <a:pt x="0" y="16665"/>
                      </a:lnTo>
                      <a:lnTo>
                        <a:pt x="12224" y="29004"/>
                      </a:lnTo>
                      <a:lnTo>
                        <a:pt x="35447" y="5557"/>
                      </a:lnTo>
                      <a:lnTo>
                        <a:pt x="29947" y="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25" name="Freeform: Shape 484">
                  <a:extLst>
                    <a:ext uri="{FF2B5EF4-FFF2-40B4-BE49-F238E27FC236}">
                      <a16:creationId xmlns:a16="http://schemas.microsoft.com/office/drawing/2014/main" id="{D7D68139-6C73-47F4-835E-35D89F77ED91}"/>
                    </a:ext>
                  </a:extLst>
                </p:cNvPr>
                <p:cNvSpPr/>
                <p:nvPr/>
              </p:nvSpPr>
              <p:spPr>
                <a:xfrm>
                  <a:off x="3133254" y="3836841"/>
                  <a:ext cx="31776" cy="8636"/>
                </a:xfrm>
                <a:custGeom>
                  <a:avLst/>
                  <a:gdLst>
                    <a:gd name="connsiteX0" fmla="*/ 0 w 31776"/>
                    <a:gd name="connsiteY0" fmla="*/ 8637 h 8636"/>
                    <a:gd name="connsiteX1" fmla="*/ 30550 w 31776"/>
                    <a:gd name="connsiteY1" fmla="*/ 8637 h 8636"/>
                    <a:gd name="connsiteX2" fmla="*/ 31776 w 31776"/>
                    <a:gd name="connsiteY2" fmla="*/ 8637 h 8636"/>
                    <a:gd name="connsiteX3" fmla="*/ 31776 w 31776"/>
                    <a:gd name="connsiteY3" fmla="*/ 0 h 8636"/>
                    <a:gd name="connsiteX4" fmla="*/ 0 w 31776"/>
                    <a:gd name="connsiteY4" fmla="*/ 0 h 8636"/>
                    <a:gd name="connsiteX5" fmla="*/ 0 w 31776"/>
                    <a:gd name="connsiteY5" fmla="*/ 8637 h 8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776" h="8636">
                      <a:moveTo>
                        <a:pt x="0" y="8637"/>
                      </a:moveTo>
                      <a:lnTo>
                        <a:pt x="30550" y="8637"/>
                      </a:lnTo>
                      <a:lnTo>
                        <a:pt x="31776" y="8637"/>
                      </a:lnTo>
                      <a:lnTo>
                        <a:pt x="31776" y="0"/>
                      </a:lnTo>
                      <a:lnTo>
                        <a:pt x="0" y="0"/>
                      </a:lnTo>
                      <a:lnTo>
                        <a:pt x="0" y="8637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526" name="Graphic 2">
              <a:extLst>
                <a:ext uri="{FF2B5EF4-FFF2-40B4-BE49-F238E27FC236}">
                  <a16:creationId xmlns:a16="http://schemas.microsoft.com/office/drawing/2014/main" id="{CDC6245B-07D6-4ABB-AF67-9D55AF965111}"/>
                </a:ext>
              </a:extLst>
            </p:cNvPr>
            <p:cNvGrpSpPr/>
            <p:nvPr/>
          </p:nvGrpSpPr>
          <p:grpSpPr>
            <a:xfrm>
              <a:off x="2757034" y="3966031"/>
              <a:ext cx="778567" cy="328863"/>
              <a:chOff x="2757034" y="3966031"/>
              <a:chExt cx="778567" cy="328863"/>
            </a:xfrm>
            <a:solidFill>
              <a:srgbClr val="000000"/>
            </a:solidFill>
          </p:grpSpPr>
          <p:sp>
            <p:nvSpPr>
              <p:cNvPr id="1527" name="TextBox 487">
                <a:extLst>
                  <a:ext uri="{FF2B5EF4-FFF2-40B4-BE49-F238E27FC236}">
                    <a16:creationId xmlns:a16="http://schemas.microsoft.com/office/drawing/2014/main" id="{5F952071-8AE3-4064-A5FD-7865E3606944}"/>
                  </a:ext>
                </a:extLst>
              </p:cNvPr>
              <p:cNvSpPr txBox="1"/>
              <p:nvPr/>
            </p:nvSpPr>
            <p:spPr>
              <a:xfrm>
                <a:off x="2757034" y="3966031"/>
                <a:ext cx="728311" cy="226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 </a:t>
                </a:r>
              </a:p>
            </p:txBody>
          </p:sp>
          <p:sp>
            <p:nvSpPr>
              <p:cNvPr id="1528" name="TextBox 488">
                <a:extLst>
                  <a:ext uri="{FF2B5EF4-FFF2-40B4-BE49-F238E27FC236}">
                    <a16:creationId xmlns:a16="http://schemas.microsoft.com/office/drawing/2014/main" id="{8905C1FF-06C8-4721-8E32-C3CCC27A2DB9}"/>
                  </a:ext>
                </a:extLst>
              </p:cNvPr>
              <p:cNvSpPr txBox="1"/>
              <p:nvPr/>
            </p:nvSpPr>
            <p:spPr>
              <a:xfrm>
                <a:off x="2938913" y="4068701"/>
                <a:ext cx="362551" cy="226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 </a:t>
                </a:r>
              </a:p>
            </p:txBody>
          </p:sp>
          <p:sp>
            <p:nvSpPr>
              <p:cNvPr id="1529" name="TextBox 489">
                <a:extLst>
                  <a:ext uri="{FF2B5EF4-FFF2-40B4-BE49-F238E27FC236}">
                    <a16:creationId xmlns:a16="http://schemas.microsoft.com/office/drawing/2014/main" id="{51179850-904C-4773-8D60-6A54BF3861CE}"/>
                  </a:ext>
                </a:extLst>
              </p:cNvPr>
              <p:cNvSpPr txBox="1"/>
              <p:nvPr/>
            </p:nvSpPr>
            <p:spPr>
              <a:xfrm>
                <a:off x="2794456" y="4011782"/>
                <a:ext cx="741145" cy="226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b="1" spc="0" baseline="0" dirty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RT + SL</a:t>
                </a:r>
                <a:endParaRPr lang="en-US" sz="900" spc="0" baseline="0" dirty="0"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endParaRPr>
              </a:p>
            </p:txBody>
          </p:sp>
        </p:grpSp>
      </p:grpSp>
      <p:grpSp>
        <p:nvGrpSpPr>
          <p:cNvPr id="1530" name="Graphic 2">
            <a:extLst>
              <a:ext uri="{FF2B5EF4-FFF2-40B4-BE49-F238E27FC236}">
                <a16:creationId xmlns:a16="http://schemas.microsoft.com/office/drawing/2014/main" id="{372947F3-1FB3-418D-A91F-DFAF56288C04}"/>
              </a:ext>
            </a:extLst>
          </p:cNvPr>
          <p:cNvGrpSpPr/>
          <p:nvPr/>
        </p:nvGrpSpPr>
        <p:grpSpPr>
          <a:xfrm>
            <a:off x="10192921" y="2681236"/>
            <a:ext cx="587998" cy="455344"/>
            <a:chOff x="2691179" y="3749841"/>
            <a:chExt cx="794166" cy="545053"/>
          </a:xfrm>
        </p:grpSpPr>
        <p:grpSp>
          <p:nvGrpSpPr>
            <p:cNvPr id="1531" name="Graphic 2">
              <a:extLst>
                <a:ext uri="{FF2B5EF4-FFF2-40B4-BE49-F238E27FC236}">
                  <a16:creationId xmlns:a16="http://schemas.microsoft.com/office/drawing/2014/main" id="{AEF2F274-81A8-4BFA-BC27-5952C09EDC7A}"/>
                </a:ext>
              </a:extLst>
            </p:cNvPr>
            <p:cNvGrpSpPr/>
            <p:nvPr/>
          </p:nvGrpSpPr>
          <p:grpSpPr>
            <a:xfrm>
              <a:off x="2990248" y="3749841"/>
              <a:ext cx="256673" cy="256673"/>
              <a:chOff x="2990248" y="3749841"/>
              <a:chExt cx="256673" cy="256673"/>
            </a:xfrm>
          </p:grpSpPr>
          <p:grpSp>
            <p:nvGrpSpPr>
              <p:cNvPr id="1532" name="Graphic 2">
                <a:extLst>
                  <a:ext uri="{FF2B5EF4-FFF2-40B4-BE49-F238E27FC236}">
                    <a16:creationId xmlns:a16="http://schemas.microsoft.com/office/drawing/2014/main" id="{93EE540D-CAC9-48CE-9677-6C9A0C55631F}"/>
                  </a:ext>
                </a:extLst>
              </p:cNvPr>
              <p:cNvGrpSpPr/>
              <p:nvPr/>
            </p:nvGrpSpPr>
            <p:grpSpPr>
              <a:xfrm>
                <a:off x="2990248" y="3749841"/>
                <a:ext cx="256673" cy="256673"/>
                <a:chOff x="2990248" y="3749841"/>
                <a:chExt cx="256673" cy="256673"/>
              </a:xfrm>
              <a:solidFill>
                <a:srgbClr val="FFFFFF"/>
              </a:solidFill>
            </p:grpSpPr>
            <p:sp>
              <p:nvSpPr>
                <p:cNvPr id="1533" name="Freeform: Shape 467">
                  <a:extLst>
                    <a:ext uri="{FF2B5EF4-FFF2-40B4-BE49-F238E27FC236}">
                      <a16:creationId xmlns:a16="http://schemas.microsoft.com/office/drawing/2014/main" id="{5D38E85A-1FAF-4D97-AF24-EC946DC01C86}"/>
                    </a:ext>
                  </a:extLst>
                </p:cNvPr>
                <p:cNvSpPr/>
                <p:nvPr/>
              </p:nvSpPr>
              <p:spPr>
                <a:xfrm>
                  <a:off x="2993302" y="3752928"/>
                  <a:ext cx="251174" cy="250500"/>
                </a:xfrm>
                <a:custGeom>
                  <a:avLst/>
                  <a:gdLst>
                    <a:gd name="connsiteX0" fmla="*/ 0 w 251174"/>
                    <a:gd name="connsiteY0" fmla="*/ 250501 h 250500"/>
                    <a:gd name="connsiteX1" fmla="*/ 0 w 251174"/>
                    <a:gd name="connsiteY1" fmla="*/ 80827 h 250500"/>
                    <a:gd name="connsiteX2" fmla="*/ 107559 w 251174"/>
                    <a:gd name="connsiteY2" fmla="*/ 80827 h 250500"/>
                    <a:gd name="connsiteX3" fmla="*/ 107559 w 251174"/>
                    <a:gd name="connsiteY3" fmla="*/ 30852 h 250500"/>
                    <a:gd name="connsiteX4" fmla="*/ 179672 w 251174"/>
                    <a:gd name="connsiteY4" fmla="*/ 0 h 250500"/>
                    <a:gd name="connsiteX5" fmla="*/ 251174 w 251174"/>
                    <a:gd name="connsiteY5" fmla="*/ 30852 h 250500"/>
                    <a:gd name="connsiteX6" fmla="*/ 251174 w 251174"/>
                    <a:gd name="connsiteY6" fmla="*/ 96253 h 250500"/>
                    <a:gd name="connsiteX7" fmla="*/ 242005 w 251174"/>
                    <a:gd name="connsiteY7" fmla="*/ 132040 h 250500"/>
                    <a:gd name="connsiteX8" fmla="*/ 182116 w 251174"/>
                    <a:gd name="connsiteY8" fmla="*/ 185716 h 250500"/>
                    <a:gd name="connsiteX9" fmla="*/ 182116 w 251174"/>
                    <a:gd name="connsiteY9" fmla="*/ 249885 h 250500"/>
                    <a:gd name="connsiteX10" fmla="*/ 0 w 251174"/>
                    <a:gd name="connsiteY10" fmla="*/ 249885 h 250500"/>
                    <a:gd name="connsiteX11" fmla="*/ 0 w 251174"/>
                    <a:gd name="connsiteY11" fmla="*/ 250501 h 25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51174" h="250500">
                      <a:moveTo>
                        <a:pt x="0" y="250501"/>
                      </a:moveTo>
                      <a:lnTo>
                        <a:pt x="0" y="80827"/>
                      </a:lnTo>
                      <a:lnTo>
                        <a:pt x="107559" y="80827"/>
                      </a:lnTo>
                      <a:lnTo>
                        <a:pt x="107559" y="30852"/>
                      </a:lnTo>
                      <a:lnTo>
                        <a:pt x="179672" y="0"/>
                      </a:lnTo>
                      <a:lnTo>
                        <a:pt x="251174" y="30852"/>
                      </a:lnTo>
                      <a:lnTo>
                        <a:pt x="251174" y="96253"/>
                      </a:lnTo>
                      <a:cubicBezTo>
                        <a:pt x="251174" y="96869"/>
                        <a:pt x="251174" y="112911"/>
                        <a:pt x="242005" y="132040"/>
                      </a:cubicBezTo>
                      <a:cubicBezTo>
                        <a:pt x="234061" y="149314"/>
                        <a:pt x="217563" y="172761"/>
                        <a:pt x="182116" y="185716"/>
                      </a:cubicBezTo>
                      <a:lnTo>
                        <a:pt x="182116" y="249885"/>
                      </a:lnTo>
                      <a:lnTo>
                        <a:pt x="0" y="249885"/>
                      </a:lnTo>
                      <a:lnTo>
                        <a:pt x="0" y="25050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34" name="Freeform: Shape 468">
                  <a:extLst>
                    <a:ext uri="{FF2B5EF4-FFF2-40B4-BE49-F238E27FC236}">
                      <a16:creationId xmlns:a16="http://schemas.microsoft.com/office/drawing/2014/main" id="{0D986DCF-A2C9-4276-99C4-2FA3077D86BE}"/>
                    </a:ext>
                  </a:extLst>
                </p:cNvPr>
                <p:cNvSpPr/>
                <p:nvPr/>
              </p:nvSpPr>
              <p:spPr>
                <a:xfrm>
                  <a:off x="2990248" y="3749841"/>
                  <a:ext cx="256673" cy="256673"/>
                </a:xfrm>
                <a:custGeom>
                  <a:avLst/>
                  <a:gdLst>
                    <a:gd name="connsiteX0" fmla="*/ 182116 w 256673"/>
                    <a:gd name="connsiteY0" fmla="*/ 6789 h 256673"/>
                    <a:gd name="connsiteX1" fmla="*/ 250565 w 256673"/>
                    <a:gd name="connsiteY1" fmla="*/ 35787 h 256673"/>
                    <a:gd name="connsiteX2" fmla="*/ 250565 w 256673"/>
                    <a:gd name="connsiteY2" fmla="*/ 99339 h 256673"/>
                    <a:gd name="connsiteX3" fmla="*/ 242005 w 256673"/>
                    <a:gd name="connsiteY3" fmla="*/ 133887 h 256673"/>
                    <a:gd name="connsiteX4" fmla="*/ 183952 w 256673"/>
                    <a:gd name="connsiteY4" fmla="*/ 186332 h 256673"/>
                    <a:gd name="connsiteX5" fmla="*/ 182726 w 256673"/>
                    <a:gd name="connsiteY5" fmla="*/ 186955 h 256673"/>
                    <a:gd name="connsiteX6" fmla="*/ 182116 w 256673"/>
                    <a:gd name="connsiteY6" fmla="*/ 186955 h 256673"/>
                    <a:gd name="connsiteX7" fmla="*/ 182116 w 256673"/>
                    <a:gd name="connsiteY7" fmla="*/ 250501 h 256673"/>
                    <a:gd name="connsiteX8" fmla="*/ 6109 w 256673"/>
                    <a:gd name="connsiteY8" fmla="*/ 250501 h 256673"/>
                    <a:gd name="connsiteX9" fmla="*/ 6109 w 256673"/>
                    <a:gd name="connsiteY9" fmla="*/ 87000 h 256673"/>
                    <a:gd name="connsiteX10" fmla="*/ 113668 w 256673"/>
                    <a:gd name="connsiteY10" fmla="*/ 87000 h 256673"/>
                    <a:gd name="connsiteX11" fmla="*/ 113668 w 256673"/>
                    <a:gd name="connsiteY11" fmla="*/ 35787 h 256673"/>
                    <a:gd name="connsiteX12" fmla="*/ 182116 w 256673"/>
                    <a:gd name="connsiteY12" fmla="*/ 6789 h 256673"/>
                    <a:gd name="connsiteX13" fmla="*/ 182116 w 256673"/>
                    <a:gd name="connsiteY13" fmla="*/ 0 h 256673"/>
                    <a:gd name="connsiteX14" fmla="*/ 179672 w 256673"/>
                    <a:gd name="connsiteY14" fmla="*/ 1232 h 256673"/>
                    <a:gd name="connsiteX15" fmla="*/ 111223 w 256673"/>
                    <a:gd name="connsiteY15" fmla="*/ 30236 h 256673"/>
                    <a:gd name="connsiteX16" fmla="*/ 107559 w 256673"/>
                    <a:gd name="connsiteY16" fmla="*/ 32084 h 256673"/>
                    <a:gd name="connsiteX17" fmla="*/ 107559 w 256673"/>
                    <a:gd name="connsiteY17" fmla="*/ 36403 h 256673"/>
                    <a:gd name="connsiteX18" fmla="*/ 107559 w 256673"/>
                    <a:gd name="connsiteY18" fmla="*/ 81442 h 256673"/>
                    <a:gd name="connsiteX19" fmla="*/ 6109 w 256673"/>
                    <a:gd name="connsiteY19" fmla="*/ 81442 h 256673"/>
                    <a:gd name="connsiteX20" fmla="*/ 0 w 256673"/>
                    <a:gd name="connsiteY20" fmla="*/ 81442 h 256673"/>
                    <a:gd name="connsiteX21" fmla="*/ 0 w 256673"/>
                    <a:gd name="connsiteY21" fmla="*/ 87616 h 256673"/>
                    <a:gd name="connsiteX22" fmla="*/ 0 w 256673"/>
                    <a:gd name="connsiteY22" fmla="*/ 250501 h 256673"/>
                    <a:gd name="connsiteX23" fmla="*/ 0 w 256673"/>
                    <a:gd name="connsiteY23" fmla="*/ 256674 h 256673"/>
                    <a:gd name="connsiteX24" fmla="*/ 6109 w 256673"/>
                    <a:gd name="connsiteY24" fmla="*/ 256674 h 256673"/>
                    <a:gd name="connsiteX25" fmla="*/ 182116 w 256673"/>
                    <a:gd name="connsiteY25" fmla="*/ 256674 h 256673"/>
                    <a:gd name="connsiteX26" fmla="*/ 188225 w 256673"/>
                    <a:gd name="connsiteY26" fmla="*/ 256674 h 256673"/>
                    <a:gd name="connsiteX27" fmla="*/ 188225 w 256673"/>
                    <a:gd name="connsiteY27" fmla="*/ 250501 h 256673"/>
                    <a:gd name="connsiteX28" fmla="*/ 188225 w 256673"/>
                    <a:gd name="connsiteY28" fmla="*/ 191273 h 256673"/>
                    <a:gd name="connsiteX29" fmla="*/ 247504 w 256673"/>
                    <a:gd name="connsiteY29" fmla="*/ 136358 h 256673"/>
                    <a:gd name="connsiteX30" fmla="*/ 256674 w 256673"/>
                    <a:gd name="connsiteY30" fmla="*/ 99339 h 256673"/>
                    <a:gd name="connsiteX31" fmla="*/ 256674 w 256673"/>
                    <a:gd name="connsiteY31" fmla="*/ 35787 h 256673"/>
                    <a:gd name="connsiteX32" fmla="*/ 256674 w 256673"/>
                    <a:gd name="connsiteY32" fmla="*/ 32084 h 256673"/>
                    <a:gd name="connsiteX33" fmla="*/ 253010 w 256673"/>
                    <a:gd name="connsiteY33" fmla="*/ 30236 h 256673"/>
                    <a:gd name="connsiteX34" fmla="*/ 184561 w 256673"/>
                    <a:gd name="connsiteY34" fmla="*/ 1232 h 256673"/>
                    <a:gd name="connsiteX35" fmla="*/ 182116 w 256673"/>
                    <a:gd name="connsiteY35" fmla="*/ 0 h 256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256673" h="256673">
                      <a:moveTo>
                        <a:pt x="182116" y="6789"/>
                      </a:moveTo>
                      <a:lnTo>
                        <a:pt x="250565" y="35787"/>
                      </a:lnTo>
                      <a:lnTo>
                        <a:pt x="250565" y="99339"/>
                      </a:lnTo>
                      <a:cubicBezTo>
                        <a:pt x="250565" y="99955"/>
                        <a:pt x="250565" y="115381"/>
                        <a:pt x="242005" y="133887"/>
                      </a:cubicBezTo>
                      <a:cubicBezTo>
                        <a:pt x="234061" y="151168"/>
                        <a:pt x="218173" y="173993"/>
                        <a:pt x="183952" y="186332"/>
                      </a:cubicBezTo>
                      <a:lnTo>
                        <a:pt x="182726" y="186955"/>
                      </a:lnTo>
                      <a:lnTo>
                        <a:pt x="182116" y="186955"/>
                      </a:lnTo>
                      <a:lnTo>
                        <a:pt x="182116" y="250501"/>
                      </a:lnTo>
                      <a:lnTo>
                        <a:pt x="6109" y="250501"/>
                      </a:lnTo>
                      <a:lnTo>
                        <a:pt x="6109" y="87000"/>
                      </a:lnTo>
                      <a:lnTo>
                        <a:pt x="113668" y="87000"/>
                      </a:lnTo>
                      <a:lnTo>
                        <a:pt x="113668" y="35787"/>
                      </a:lnTo>
                      <a:lnTo>
                        <a:pt x="182116" y="6789"/>
                      </a:lnTo>
                      <a:close/>
                      <a:moveTo>
                        <a:pt x="182116" y="0"/>
                      </a:moveTo>
                      <a:lnTo>
                        <a:pt x="179672" y="1232"/>
                      </a:lnTo>
                      <a:lnTo>
                        <a:pt x="111223" y="30236"/>
                      </a:lnTo>
                      <a:lnTo>
                        <a:pt x="107559" y="32084"/>
                      </a:lnTo>
                      <a:lnTo>
                        <a:pt x="107559" y="36403"/>
                      </a:lnTo>
                      <a:lnTo>
                        <a:pt x="107559" y="81442"/>
                      </a:lnTo>
                      <a:lnTo>
                        <a:pt x="6109" y="81442"/>
                      </a:lnTo>
                      <a:lnTo>
                        <a:pt x="0" y="81442"/>
                      </a:lnTo>
                      <a:lnTo>
                        <a:pt x="0" y="87616"/>
                      </a:lnTo>
                      <a:lnTo>
                        <a:pt x="0" y="250501"/>
                      </a:lnTo>
                      <a:lnTo>
                        <a:pt x="0" y="256674"/>
                      </a:lnTo>
                      <a:lnTo>
                        <a:pt x="6109" y="256674"/>
                      </a:lnTo>
                      <a:lnTo>
                        <a:pt x="182116" y="256674"/>
                      </a:lnTo>
                      <a:lnTo>
                        <a:pt x="188225" y="256674"/>
                      </a:lnTo>
                      <a:lnTo>
                        <a:pt x="188225" y="250501"/>
                      </a:lnTo>
                      <a:lnTo>
                        <a:pt x="188225" y="191273"/>
                      </a:lnTo>
                      <a:cubicBezTo>
                        <a:pt x="222453" y="177695"/>
                        <a:pt x="239560" y="154248"/>
                        <a:pt x="247504" y="136358"/>
                      </a:cubicBezTo>
                      <a:cubicBezTo>
                        <a:pt x="256674" y="116613"/>
                        <a:pt x="256674" y="99955"/>
                        <a:pt x="256674" y="99339"/>
                      </a:cubicBezTo>
                      <a:lnTo>
                        <a:pt x="256674" y="35787"/>
                      </a:lnTo>
                      <a:lnTo>
                        <a:pt x="256674" y="32084"/>
                      </a:lnTo>
                      <a:lnTo>
                        <a:pt x="253010" y="30236"/>
                      </a:lnTo>
                      <a:lnTo>
                        <a:pt x="184561" y="1232"/>
                      </a:lnTo>
                      <a:lnTo>
                        <a:pt x="18211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35" name="Graphic 2">
                <a:extLst>
                  <a:ext uri="{FF2B5EF4-FFF2-40B4-BE49-F238E27FC236}">
                    <a16:creationId xmlns:a16="http://schemas.microsoft.com/office/drawing/2014/main" id="{CB7DE12A-0D10-4625-9ADF-2CEBCD2AC941}"/>
                  </a:ext>
                </a:extLst>
              </p:cNvPr>
              <p:cNvGrpSpPr/>
              <p:nvPr/>
            </p:nvGrpSpPr>
            <p:grpSpPr>
              <a:xfrm>
                <a:off x="2996357" y="3756630"/>
                <a:ext cx="243839" cy="244334"/>
                <a:chOff x="2996357" y="3756630"/>
                <a:chExt cx="243839" cy="244334"/>
              </a:xfrm>
              <a:solidFill>
                <a:srgbClr val="AE562C"/>
              </a:solidFill>
            </p:grpSpPr>
            <p:sp>
              <p:nvSpPr>
                <p:cNvPr id="1536" name="Freeform: Shape 470">
                  <a:extLst>
                    <a:ext uri="{FF2B5EF4-FFF2-40B4-BE49-F238E27FC236}">
                      <a16:creationId xmlns:a16="http://schemas.microsoft.com/office/drawing/2014/main" id="{63C16C4D-19C0-4E73-8B84-2D4944D55E4A}"/>
                    </a:ext>
                  </a:extLst>
                </p:cNvPr>
                <p:cNvSpPr/>
                <p:nvPr/>
              </p:nvSpPr>
              <p:spPr>
                <a:xfrm>
                  <a:off x="2996357" y="3838073"/>
                  <a:ext cx="176007" cy="162891"/>
                </a:xfrm>
                <a:custGeom>
                  <a:avLst/>
                  <a:gdLst>
                    <a:gd name="connsiteX0" fmla="*/ 167454 w 176007"/>
                    <a:gd name="connsiteY0" fmla="*/ 102426 h 162891"/>
                    <a:gd name="connsiteX1" fmla="*/ 55005 w 176007"/>
                    <a:gd name="connsiteY1" fmla="*/ 102426 h 162891"/>
                    <a:gd name="connsiteX2" fmla="*/ 55005 w 176007"/>
                    <a:gd name="connsiteY2" fmla="*/ 59234 h 162891"/>
                    <a:gd name="connsiteX3" fmla="*/ 116119 w 176007"/>
                    <a:gd name="connsiteY3" fmla="*/ 59234 h 162891"/>
                    <a:gd name="connsiteX4" fmla="*/ 111839 w 176007"/>
                    <a:gd name="connsiteY4" fmla="*/ 51213 h 162891"/>
                    <a:gd name="connsiteX5" fmla="*/ 55005 w 176007"/>
                    <a:gd name="connsiteY5" fmla="*/ 51213 h 162891"/>
                    <a:gd name="connsiteX6" fmla="*/ 55005 w 176007"/>
                    <a:gd name="connsiteY6" fmla="*/ 8021 h 162891"/>
                    <a:gd name="connsiteX7" fmla="*/ 100841 w 176007"/>
                    <a:gd name="connsiteY7" fmla="*/ 8021 h 162891"/>
                    <a:gd name="connsiteX8" fmla="*/ 100841 w 176007"/>
                    <a:gd name="connsiteY8" fmla="*/ 0 h 162891"/>
                    <a:gd name="connsiteX9" fmla="*/ 0 w 176007"/>
                    <a:gd name="connsiteY9" fmla="*/ 0 h 162891"/>
                    <a:gd name="connsiteX10" fmla="*/ 0 w 176007"/>
                    <a:gd name="connsiteY10" fmla="*/ 162892 h 162891"/>
                    <a:gd name="connsiteX11" fmla="*/ 176008 w 176007"/>
                    <a:gd name="connsiteY11" fmla="*/ 162892 h 162891"/>
                    <a:gd name="connsiteX12" fmla="*/ 176008 w 176007"/>
                    <a:gd name="connsiteY12" fmla="*/ 106122 h 162891"/>
                    <a:gd name="connsiteX13" fmla="*/ 172953 w 176007"/>
                    <a:gd name="connsiteY13" fmla="*/ 104890 h 162891"/>
                    <a:gd name="connsiteX14" fmla="*/ 167454 w 176007"/>
                    <a:gd name="connsiteY14" fmla="*/ 102426 h 162891"/>
                    <a:gd name="connsiteX15" fmla="*/ 7944 w 176007"/>
                    <a:gd name="connsiteY15" fmla="*/ 7405 h 162891"/>
                    <a:gd name="connsiteX16" fmla="*/ 47061 w 176007"/>
                    <a:gd name="connsiteY16" fmla="*/ 7405 h 162891"/>
                    <a:gd name="connsiteX17" fmla="*/ 47061 w 176007"/>
                    <a:gd name="connsiteY17" fmla="*/ 50597 h 162891"/>
                    <a:gd name="connsiteX18" fmla="*/ 7944 w 176007"/>
                    <a:gd name="connsiteY18" fmla="*/ 50597 h 162891"/>
                    <a:gd name="connsiteX19" fmla="*/ 7944 w 176007"/>
                    <a:gd name="connsiteY19" fmla="*/ 7405 h 162891"/>
                    <a:gd name="connsiteX20" fmla="*/ 47061 w 176007"/>
                    <a:gd name="connsiteY20" fmla="*/ 58618 h 162891"/>
                    <a:gd name="connsiteX21" fmla="*/ 47061 w 176007"/>
                    <a:gd name="connsiteY21" fmla="*/ 101803 h 162891"/>
                    <a:gd name="connsiteX22" fmla="*/ 7944 w 176007"/>
                    <a:gd name="connsiteY22" fmla="*/ 101803 h 162891"/>
                    <a:gd name="connsiteX23" fmla="*/ 7944 w 176007"/>
                    <a:gd name="connsiteY23" fmla="*/ 58618 h 162891"/>
                    <a:gd name="connsiteX24" fmla="*/ 47061 w 176007"/>
                    <a:gd name="connsiteY24" fmla="*/ 58618 h 162891"/>
                    <a:gd name="connsiteX25" fmla="*/ 7944 w 176007"/>
                    <a:gd name="connsiteY25" fmla="*/ 110447 h 162891"/>
                    <a:gd name="connsiteX26" fmla="*/ 47061 w 176007"/>
                    <a:gd name="connsiteY26" fmla="*/ 110447 h 162891"/>
                    <a:gd name="connsiteX27" fmla="*/ 47061 w 176007"/>
                    <a:gd name="connsiteY27" fmla="*/ 153632 h 162891"/>
                    <a:gd name="connsiteX28" fmla="*/ 7944 w 176007"/>
                    <a:gd name="connsiteY28" fmla="*/ 153632 h 162891"/>
                    <a:gd name="connsiteX29" fmla="*/ 7944 w 176007"/>
                    <a:gd name="connsiteY29" fmla="*/ 110447 h 162891"/>
                    <a:gd name="connsiteX30" fmla="*/ 167454 w 176007"/>
                    <a:gd name="connsiteY30" fmla="*/ 153632 h 162891"/>
                    <a:gd name="connsiteX31" fmla="*/ 55005 w 176007"/>
                    <a:gd name="connsiteY31" fmla="*/ 153632 h 162891"/>
                    <a:gd name="connsiteX32" fmla="*/ 55005 w 176007"/>
                    <a:gd name="connsiteY32" fmla="*/ 110447 h 162891"/>
                    <a:gd name="connsiteX33" fmla="*/ 167454 w 176007"/>
                    <a:gd name="connsiteY33" fmla="*/ 110447 h 162891"/>
                    <a:gd name="connsiteX34" fmla="*/ 167454 w 176007"/>
                    <a:gd name="connsiteY34" fmla="*/ 153632 h 162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76007" h="162891">
                      <a:moveTo>
                        <a:pt x="167454" y="102426"/>
                      </a:moveTo>
                      <a:lnTo>
                        <a:pt x="55005" y="102426"/>
                      </a:lnTo>
                      <a:lnTo>
                        <a:pt x="55005" y="59234"/>
                      </a:lnTo>
                      <a:lnTo>
                        <a:pt x="116119" y="59234"/>
                      </a:lnTo>
                      <a:cubicBezTo>
                        <a:pt x="114284" y="56147"/>
                        <a:pt x="113058" y="53677"/>
                        <a:pt x="111839" y="51213"/>
                      </a:cubicBezTo>
                      <a:lnTo>
                        <a:pt x="55005" y="51213"/>
                      </a:lnTo>
                      <a:lnTo>
                        <a:pt x="55005" y="8021"/>
                      </a:lnTo>
                      <a:lnTo>
                        <a:pt x="100841" y="8021"/>
                      </a:lnTo>
                      <a:lnTo>
                        <a:pt x="100841" y="0"/>
                      </a:lnTo>
                      <a:lnTo>
                        <a:pt x="0" y="0"/>
                      </a:lnTo>
                      <a:lnTo>
                        <a:pt x="0" y="162892"/>
                      </a:lnTo>
                      <a:lnTo>
                        <a:pt x="176008" y="162892"/>
                      </a:lnTo>
                      <a:lnTo>
                        <a:pt x="176008" y="106122"/>
                      </a:lnTo>
                      <a:lnTo>
                        <a:pt x="172953" y="104890"/>
                      </a:lnTo>
                      <a:cubicBezTo>
                        <a:pt x="171118" y="103658"/>
                        <a:pt x="169283" y="103042"/>
                        <a:pt x="167454" y="102426"/>
                      </a:cubicBezTo>
                      <a:close/>
                      <a:moveTo>
                        <a:pt x="7944" y="7405"/>
                      </a:moveTo>
                      <a:lnTo>
                        <a:pt x="47061" y="7405"/>
                      </a:lnTo>
                      <a:lnTo>
                        <a:pt x="47061" y="50597"/>
                      </a:lnTo>
                      <a:lnTo>
                        <a:pt x="7944" y="50597"/>
                      </a:lnTo>
                      <a:lnTo>
                        <a:pt x="7944" y="7405"/>
                      </a:lnTo>
                      <a:close/>
                      <a:moveTo>
                        <a:pt x="47061" y="58618"/>
                      </a:moveTo>
                      <a:lnTo>
                        <a:pt x="47061" y="101803"/>
                      </a:lnTo>
                      <a:lnTo>
                        <a:pt x="7944" y="101803"/>
                      </a:lnTo>
                      <a:lnTo>
                        <a:pt x="7944" y="58618"/>
                      </a:lnTo>
                      <a:lnTo>
                        <a:pt x="47061" y="58618"/>
                      </a:lnTo>
                      <a:close/>
                      <a:moveTo>
                        <a:pt x="7944" y="110447"/>
                      </a:moveTo>
                      <a:lnTo>
                        <a:pt x="47061" y="110447"/>
                      </a:lnTo>
                      <a:lnTo>
                        <a:pt x="47061" y="153632"/>
                      </a:lnTo>
                      <a:lnTo>
                        <a:pt x="7944" y="153632"/>
                      </a:lnTo>
                      <a:lnTo>
                        <a:pt x="7944" y="110447"/>
                      </a:lnTo>
                      <a:close/>
                      <a:moveTo>
                        <a:pt x="167454" y="153632"/>
                      </a:moveTo>
                      <a:lnTo>
                        <a:pt x="55005" y="153632"/>
                      </a:lnTo>
                      <a:lnTo>
                        <a:pt x="55005" y="110447"/>
                      </a:lnTo>
                      <a:lnTo>
                        <a:pt x="167454" y="110447"/>
                      </a:lnTo>
                      <a:lnTo>
                        <a:pt x="167454" y="153632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37" name="Freeform: Shape 471">
                  <a:extLst>
                    <a:ext uri="{FF2B5EF4-FFF2-40B4-BE49-F238E27FC236}">
                      <a16:creationId xmlns:a16="http://schemas.microsoft.com/office/drawing/2014/main" id="{2E369851-393E-4FC2-AEA6-018DC6E5AECD}"/>
                    </a:ext>
                  </a:extLst>
                </p:cNvPr>
                <p:cNvSpPr/>
                <p:nvPr/>
              </p:nvSpPr>
              <p:spPr>
                <a:xfrm>
                  <a:off x="3146697" y="3975663"/>
                  <a:ext cx="7943" cy="8021"/>
                </a:xfrm>
                <a:custGeom>
                  <a:avLst/>
                  <a:gdLst>
                    <a:gd name="connsiteX0" fmla="*/ 7944 w 7943"/>
                    <a:gd name="connsiteY0" fmla="*/ 0 h 8021"/>
                    <a:gd name="connsiteX1" fmla="*/ 0 w 7943"/>
                    <a:gd name="connsiteY1" fmla="*/ 0 h 8021"/>
                    <a:gd name="connsiteX2" fmla="*/ 0 w 7943"/>
                    <a:gd name="connsiteY2" fmla="*/ 8021 h 8021"/>
                    <a:gd name="connsiteX3" fmla="*/ 7944 w 7943"/>
                    <a:gd name="connsiteY3" fmla="*/ 8021 h 8021"/>
                    <a:gd name="connsiteX4" fmla="*/ 7944 w 7943"/>
                    <a:gd name="connsiteY4" fmla="*/ 0 h 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43" h="8021">
                      <a:moveTo>
                        <a:pt x="7944" y="0"/>
                      </a:moveTo>
                      <a:lnTo>
                        <a:pt x="0" y="0"/>
                      </a:lnTo>
                      <a:lnTo>
                        <a:pt x="0" y="8021"/>
                      </a:lnTo>
                      <a:lnTo>
                        <a:pt x="7944" y="8021"/>
                      </a:lnTo>
                      <a:lnTo>
                        <a:pt x="7944" y="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38" name="Freeform: Shape 472">
                  <a:extLst>
                    <a:ext uri="{FF2B5EF4-FFF2-40B4-BE49-F238E27FC236}">
                      <a16:creationId xmlns:a16="http://schemas.microsoft.com/office/drawing/2014/main" id="{6B433C47-7AC2-4DC0-9AA9-B6CB45D822E8}"/>
                    </a:ext>
                  </a:extLst>
                </p:cNvPr>
                <p:cNvSpPr/>
                <p:nvPr/>
              </p:nvSpPr>
              <p:spPr>
                <a:xfrm>
                  <a:off x="3114914" y="3957157"/>
                  <a:ext cx="26283" cy="26527"/>
                </a:xfrm>
                <a:custGeom>
                  <a:avLst/>
                  <a:gdLst>
                    <a:gd name="connsiteX0" fmla="*/ 6115 w 26283"/>
                    <a:gd name="connsiteY0" fmla="*/ 26527 h 26527"/>
                    <a:gd name="connsiteX1" fmla="*/ 13450 w 26283"/>
                    <a:gd name="connsiteY1" fmla="*/ 19122 h 26527"/>
                    <a:gd name="connsiteX2" fmla="*/ 20784 w 26283"/>
                    <a:gd name="connsiteY2" fmla="*/ 26527 h 26527"/>
                    <a:gd name="connsiteX3" fmla="*/ 26283 w 26283"/>
                    <a:gd name="connsiteY3" fmla="*/ 20360 h 26527"/>
                    <a:gd name="connsiteX4" fmla="*/ 18949 w 26283"/>
                    <a:gd name="connsiteY4" fmla="*/ 12955 h 26527"/>
                    <a:gd name="connsiteX5" fmla="*/ 26283 w 26283"/>
                    <a:gd name="connsiteY5" fmla="*/ 5551 h 26527"/>
                    <a:gd name="connsiteX6" fmla="*/ 20784 w 26283"/>
                    <a:gd name="connsiteY6" fmla="*/ 0 h 26527"/>
                    <a:gd name="connsiteX7" fmla="*/ 13450 w 26283"/>
                    <a:gd name="connsiteY7" fmla="*/ 7399 h 26527"/>
                    <a:gd name="connsiteX8" fmla="*/ 6115 w 26283"/>
                    <a:gd name="connsiteY8" fmla="*/ 0 h 26527"/>
                    <a:gd name="connsiteX9" fmla="*/ 0 w 26283"/>
                    <a:gd name="connsiteY9" fmla="*/ 5551 h 26527"/>
                    <a:gd name="connsiteX10" fmla="*/ 7334 w 26283"/>
                    <a:gd name="connsiteY10" fmla="*/ 12955 h 26527"/>
                    <a:gd name="connsiteX11" fmla="*/ 0 w 26283"/>
                    <a:gd name="connsiteY11" fmla="*/ 20360 h 26527"/>
                    <a:gd name="connsiteX12" fmla="*/ 6115 w 26283"/>
                    <a:gd name="connsiteY12" fmla="*/ 26527 h 26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6283" h="26527">
                      <a:moveTo>
                        <a:pt x="6115" y="26527"/>
                      </a:moveTo>
                      <a:lnTo>
                        <a:pt x="13450" y="19122"/>
                      </a:lnTo>
                      <a:lnTo>
                        <a:pt x="20784" y="26527"/>
                      </a:lnTo>
                      <a:lnTo>
                        <a:pt x="26283" y="20360"/>
                      </a:lnTo>
                      <a:lnTo>
                        <a:pt x="18949" y="12955"/>
                      </a:lnTo>
                      <a:lnTo>
                        <a:pt x="26283" y="5551"/>
                      </a:lnTo>
                      <a:lnTo>
                        <a:pt x="20784" y="0"/>
                      </a:lnTo>
                      <a:lnTo>
                        <a:pt x="13450" y="7399"/>
                      </a:lnTo>
                      <a:lnTo>
                        <a:pt x="6115" y="0"/>
                      </a:lnTo>
                      <a:lnTo>
                        <a:pt x="0" y="5551"/>
                      </a:lnTo>
                      <a:lnTo>
                        <a:pt x="7334" y="12955"/>
                      </a:lnTo>
                      <a:lnTo>
                        <a:pt x="0" y="20360"/>
                      </a:lnTo>
                      <a:lnTo>
                        <a:pt x="6115" y="26527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39" name="Freeform: Shape 473">
                  <a:extLst>
                    <a:ext uri="{FF2B5EF4-FFF2-40B4-BE49-F238E27FC236}">
                      <a16:creationId xmlns:a16="http://schemas.microsoft.com/office/drawing/2014/main" id="{2576A54C-E640-4D50-AADE-99246F0CDD24}"/>
                    </a:ext>
                  </a:extLst>
                </p:cNvPr>
                <p:cNvSpPr/>
                <p:nvPr/>
              </p:nvSpPr>
              <p:spPr>
                <a:xfrm>
                  <a:off x="3095362" y="3975663"/>
                  <a:ext cx="7943" cy="8021"/>
                </a:xfrm>
                <a:custGeom>
                  <a:avLst/>
                  <a:gdLst>
                    <a:gd name="connsiteX0" fmla="*/ 7944 w 7943"/>
                    <a:gd name="connsiteY0" fmla="*/ 0 h 8021"/>
                    <a:gd name="connsiteX1" fmla="*/ 0 w 7943"/>
                    <a:gd name="connsiteY1" fmla="*/ 0 h 8021"/>
                    <a:gd name="connsiteX2" fmla="*/ 0 w 7943"/>
                    <a:gd name="connsiteY2" fmla="*/ 8021 h 8021"/>
                    <a:gd name="connsiteX3" fmla="*/ 7944 w 7943"/>
                    <a:gd name="connsiteY3" fmla="*/ 8021 h 8021"/>
                    <a:gd name="connsiteX4" fmla="*/ 7944 w 7943"/>
                    <a:gd name="connsiteY4" fmla="*/ 0 h 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43" h="8021">
                      <a:moveTo>
                        <a:pt x="7944" y="0"/>
                      </a:moveTo>
                      <a:lnTo>
                        <a:pt x="0" y="0"/>
                      </a:lnTo>
                      <a:lnTo>
                        <a:pt x="0" y="8021"/>
                      </a:lnTo>
                      <a:lnTo>
                        <a:pt x="7944" y="8021"/>
                      </a:lnTo>
                      <a:lnTo>
                        <a:pt x="7944" y="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40" name="Freeform: Shape 474">
                  <a:extLst>
                    <a:ext uri="{FF2B5EF4-FFF2-40B4-BE49-F238E27FC236}">
                      <a16:creationId xmlns:a16="http://schemas.microsoft.com/office/drawing/2014/main" id="{CF789838-2AE7-43FF-8E92-89F496C55FB2}"/>
                    </a:ext>
                  </a:extLst>
                </p:cNvPr>
                <p:cNvSpPr/>
                <p:nvPr/>
              </p:nvSpPr>
              <p:spPr>
                <a:xfrm>
                  <a:off x="3064196" y="3957157"/>
                  <a:ext cx="26276" cy="26527"/>
                </a:xfrm>
                <a:custGeom>
                  <a:avLst/>
                  <a:gdLst>
                    <a:gd name="connsiteX0" fmla="*/ 0 w 26276"/>
                    <a:gd name="connsiteY0" fmla="*/ 20360 h 26527"/>
                    <a:gd name="connsiteX1" fmla="*/ 5499 w 26276"/>
                    <a:gd name="connsiteY1" fmla="*/ 26527 h 26527"/>
                    <a:gd name="connsiteX2" fmla="*/ 12834 w 26276"/>
                    <a:gd name="connsiteY2" fmla="*/ 19122 h 26527"/>
                    <a:gd name="connsiteX3" fmla="*/ 20168 w 26276"/>
                    <a:gd name="connsiteY3" fmla="*/ 26527 h 26527"/>
                    <a:gd name="connsiteX4" fmla="*/ 26277 w 26276"/>
                    <a:gd name="connsiteY4" fmla="*/ 20360 h 26527"/>
                    <a:gd name="connsiteX5" fmla="*/ 18943 w 26276"/>
                    <a:gd name="connsiteY5" fmla="*/ 12955 h 26527"/>
                    <a:gd name="connsiteX6" fmla="*/ 26277 w 26276"/>
                    <a:gd name="connsiteY6" fmla="*/ 5551 h 26527"/>
                    <a:gd name="connsiteX7" fmla="*/ 20168 w 26276"/>
                    <a:gd name="connsiteY7" fmla="*/ 0 h 26527"/>
                    <a:gd name="connsiteX8" fmla="*/ 12834 w 26276"/>
                    <a:gd name="connsiteY8" fmla="*/ 7399 h 26527"/>
                    <a:gd name="connsiteX9" fmla="*/ 5499 w 26276"/>
                    <a:gd name="connsiteY9" fmla="*/ 0 h 26527"/>
                    <a:gd name="connsiteX10" fmla="*/ 0 w 26276"/>
                    <a:gd name="connsiteY10" fmla="*/ 5551 h 26527"/>
                    <a:gd name="connsiteX11" fmla="*/ 7334 w 26276"/>
                    <a:gd name="connsiteY11" fmla="*/ 12955 h 26527"/>
                    <a:gd name="connsiteX12" fmla="*/ 0 w 26276"/>
                    <a:gd name="connsiteY12" fmla="*/ 20360 h 26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6276" h="26527">
                      <a:moveTo>
                        <a:pt x="0" y="20360"/>
                      </a:moveTo>
                      <a:lnTo>
                        <a:pt x="5499" y="26527"/>
                      </a:lnTo>
                      <a:lnTo>
                        <a:pt x="12834" y="19122"/>
                      </a:lnTo>
                      <a:lnTo>
                        <a:pt x="20168" y="26527"/>
                      </a:lnTo>
                      <a:lnTo>
                        <a:pt x="26277" y="20360"/>
                      </a:lnTo>
                      <a:lnTo>
                        <a:pt x="18943" y="12955"/>
                      </a:lnTo>
                      <a:lnTo>
                        <a:pt x="26277" y="5551"/>
                      </a:lnTo>
                      <a:lnTo>
                        <a:pt x="20168" y="0"/>
                      </a:lnTo>
                      <a:lnTo>
                        <a:pt x="12834" y="7399"/>
                      </a:lnTo>
                      <a:lnTo>
                        <a:pt x="5499" y="0"/>
                      </a:lnTo>
                      <a:lnTo>
                        <a:pt x="0" y="5551"/>
                      </a:lnTo>
                      <a:lnTo>
                        <a:pt x="7334" y="12955"/>
                      </a:lnTo>
                      <a:lnTo>
                        <a:pt x="0" y="2036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41" name="Freeform: Shape 475">
                  <a:extLst>
                    <a:ext uri="{FF2B5EF4-FFF2-40B4-BE49-F238E27FC236}">
                      <a16:creationId xmlns:a16="http://schemas.microsoft.com/office/drawing/2014/main" id="{E636B06B-1A55-4EC0-8607-35A712972406}"/>
                    </a:ext>
                  </a:extLst>
                </p:cNvPr>
                <p:cNvSpPr/>
                <p:nvPr/>
              </p:nvSpPr>
              <p:spPr>
                <a:xfrm>
                  <a:off x="3095362" y="3923840"/>
                  <a:ext cx="7943" cy="8021"/>
                </a:xfrm>
                <a:custGeom>
                  <a:avLst/>
                  <a:gdLst>
                    <a:gd name="connsiteX0" fmla="*/ 7944 w 7943"/>
                    <a:gd name="connsiteY0" fmla="*/ 0 h 8021"/>
                    <a:gd name="connsiteX1" fmla="*/ 0 w 7943"/>
                    <a:gd name="connsiteY1" fmla="*/ 0 h 8021"/>
                    <a:gd name="connsiteX2" fmla="*/ 0 w 7943"/>
                    <a:gd name="connsiteY2" fmla="*/ 8021 h 8021"/>
                    <a:gd name="connsiteX3" fmla="*/ 7944 w 7943"/>
                    <a:gd name="connsiteY3" fmla="*/ 8021 h 8021"/>
                    <a:gd name="connsiteX4" fmla="*/ 7944 w 7943"/>
                    <a:gd name="connsiteY4" fmla="*/ 0 h 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43" h="8021">
                      <a:moveTo>
                        <a:pt x="7944" y="0"/>
                      </a:moveTo>
                      <a:lnTo>
                        <a:pt x="0" y="0"/>
                      </a:lnTo>
                      <a:lnTo>
                        <a:pt x="0" y="8021"/>
                      </a:lnTo>
                      <a:lnTo>
                        <a:pt x="7944" y="8021"/>
                      </a:lnTo>
                      <a:lnTo>
                        <a:pt x="7944" y="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42" name="Freeform: Shape 476">
                  <a:extLst>
                    <a:ext uri="{FF2B5EF4-FFF2-40B4-BE49-F238E27FC236}">
                      <a16:creationId xmlns:a16="http://schemas.microsoft.com/office/drawing/2014/main" id="{15319FB7-358D-4119-B19B-3BF8A653B3BA}"/>
                    </a:ext>
                  </a:extLst>
                </p:cNvPr>
                <p:cNvSpPr/>
                <p:nvPr/>
              </p:nvSpPr>
              <p:spPr>
                <a:xfrm>
                  <a:off x="3064196" y="3905328"/>
                  <a:ext cx="26276" cy="26533"/>
                </a:xfrm>
                <a:custGeom>
                  <a:avLst/>
                  <a:gdLst>
                    <a:gd name="connsiteX0" fmla="*/ 0 w 26276"/>
                    <a:gd name="connsiteY0" fmla="*/ 20361 h 26533"/>
                    <a:gd name="connsiteX1" fmla="*/ 5499 w 26276"/>
                    <a:gd name="connsiteY1" fmla="*/ 26534 h 26533"/>
                    <a:gd name="connsiteX2" fmla="*/ 12834 w 26276"/>
                    <a:gd name="connsiteY2" fmla="*/ 19129 h 26533"/>
                    <a:gd name="connsiteX3" fmla="*/ 20168 w 26276"/>
                    <a:gd name="connsiteY3" fmla="*/ 26534 h 26533"/>
                    <a:gd name="connsiteX4" fmla="*/ 26277 w 26276"/>
                    <a:gd name="connsiteY4" fmla="*/ 20361 h 26533"/>
                    <a:gd name="connsiteX5" fmla="*/ 18943 w 26276"/>
                    <a:gd name="connsiteY5" fmla="*/ 12956 h 26533"/>
                    <a:gd name="connsiteX6" fmla="*/ 26277 w 26276"/>
                    <a:gd name="connsiteY6" fmla="*/ 5551 h 26533"/>
                    <a:gd name="connsiteX7" fmla="*/ 20168 w 26276"/>
                    <a:gd name="connsiteY7" fmla="*/ 0 h 26533"/>
                    <a:gd name="connsiteX8" fmla="*/ 12834 w 26276"/>
                    <a:gd name="connsiteY8" fmla="*/ 7405 h 26533"/>
                    <a:gd name="connsiteX9" fmla="*/ 5499 w 26276"/>
                    <a:gd name="connsiteY9" fmla="*/ 0 h 26533"/>
                    <a:gd name="connsiteX10" fmla="*/ 0 w 26276"/>
                    <a:gd name="connsiteY10" fmla="*/ 5551 h 26533"/>
                    <a:gd name="connsiteX11" fmla="*/ 7334 w 26276"/>
                    <a:gd name="connsiteY11" fmla="*/ 12956 h 26533"/>
                    <a:gd name="connsiteX12" fmla="*/ 0 w 26276"/>
                    <a:gd name="connsiteY12" fmla="*/ 20361 h 26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6276" h="26533">
                      <a:moveTo>
                        <a:pt x="0" y="20361"/>
                      </a:moveTo>
                      <a:lnTo>
                        <a:pt x="5499" y="26534"/>
                      </a:lnTo>
                      <a:lnTo>
                        <a:pt x="12834" y="19129"/>
                      </a:lnTo>
                      <a:lnTo>
                        <a:pt x="20168" y="26534"/>
                      </a:lnTo>
                      <a:lnTo>
                        <a:pt x="26277" y="20361"/>
                      </a:lnTo>
                      <a:lnTo>
                        <a:pt x="18943" y="12956"/>
                      </a:lnTo>
                      <a:lnTo>
                        <a:pt x="26277" y="5551"/>
                      </a:lnTo>
                      <a:lnTo>
                        <a:pt x="20168" y="0"/>
                      </a:lnTo>
                      <a:lnTo>
                        <a:pt x="12834" y="7405"/>
                      </a:lnTo>
                      <a:lnTo>
                        <a:pt x="5499" y="0"/>
                      </a:lnTo>
                      <a:lnTo>
                        <a:pt x="0" y="5551"/>
                      </a:lnTo>
                      <a:lnTo>
                        <a:pt x="7334" y="12956"/>
                      </a:lnTo>
                      <a:lnTo>
                        <a:pt x="0" y="20361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43" name="Freeform: Shape 477">
                  <a:extLst>
                    <a:ext uri="{FF2B5EF4-FFF2-40B4-BE49-F238E27FC236}">
                      <a16:creationId xmlns:a16="http://schemas.microsoft.com/office/drawing/2014/main" id="{F793F1BC-D9B0-40C5-9D86-48019B4AAD67}"/>
                    </a:ext>
                  </a:extLst>
                </p:cNvPr>
                <p:cNvSpPr/>
                <p:nvPr/>
              </p:nvSpPr>
              <p:spPr>
                <a:xfrm>
                  <a:off x="3093527" y="3872011"/>
                  <a:ext cx="7944" cy="8637"/>
                </a:xfrm>
                <a:custGeom>
                  <a:avLst/>
                  <a:gdLst>
                    <a:gd name="connsiteX0" fmla="*/ 0 w 7944"/>
                    <a:gd name="connsiteY0" fmla="*/ 8637 h 8637"/>
                    <a:gd name="connsiteX1" fmla="*/ 7944 w 7944"/>
                    <a:gd name="connsiteY1" fmla="*/ 8637 h 8637"/>
                    <a:gd name="connsiteX2" fmla="*/ 7944 w 7944"/>
                    <a:gd name="connsiteY2" fmla="*/ 616 h 8637"/>
                    <a:gd name="connsiteX3" fmla="*/ 7944 w 7944"/>
                    <a:gd name="connsiteY3" fmla="*/ 0 h 8637"/>
                    <a:gd name="connsiteX4" fmla="*/ 0 w 7944"/>
                    <a:gd name="connsiteY4" fmla="*/ 0 h 8637"/>
                    <a:gd name="connsiteX5" fmla="*/ 0 w 7944"/>
                    <a:gd name="connsiteY5" fmla="*/ 8637 h 86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944" h="8637">
                      <a:moveTo>
                        <a:pt x="0" y="8637"/>
                      </a:moveTo>
                      <a:lnTo>
                        <a:pt x="7944" y="8637"/>
                      </a:lnTo>
                      <a:lnTo>
                        <a:pt x="7944" y="616"/>
                      </a:lnTo>
                      <a:cubicBezTo>
                        <a:pt x="7944" y="616"/>
                        <a:pt x="7944" y="616"/>
                        <a:pt x="7944" y="0"/>
                      </a:cubicBezTo>
                      <a:lnTo>
                        <a:pt x="0" y="0"/>
                      </a:lnTo>
                      <a:lnTo>
                        <a:pt x="0" y="8637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44" name="Freeform: Shape 478">
                  <a:extLst>
                    <a:ext uri="{FF2B5EF4-FFF2-40B4-BE49-F238E27FC236}">
                      <a16:creationId xmlns:a16="http://schemas.microsoft.com/office/drawing/2014/main" id="{E39F231E-56D7-4BB0-81A3-5C71CB90ABC3}"/>
                    </a:ext>
                  </a:extLst>
                </p:cNvPr>
                <p:cNvSpPr/>
                <p:nvPr/>
              </p:nvSpPr>
              <p:spPr>
                <a:xfrm>
                  <a:off x="3061751" y="3853499"/>
                  <a:ext cx="26276" cy="26527"/>
                </a:xfrm>
                <a:custGeom>
                  <a:avLst/>
                  <a:gdLst>
                    <a:gd name="connsiteX0" fmla="*/ 0 w 26276"/>
                    <a:gd name="connsiteY0" fmla="*/ 20977 h 26527"/>
                    <a:gd name="connsiteX1" fmla="*/ 6109 w 26276"/>
                    <a:gd name="connsiteY1" fmla="*/ 26527 h 26527"/>
                    <a:gd name="connsiteX2" fmla="*/ 13443 w 26276"/>
                    <a:gd name="connsiteY2" fmla="*/ 19129 h 26527"/>
                    <a:gd name="connsiteX3" fmla="*/ 20778 w 26276"/>
                    <a:gd name="connsiteY3" fmla="*/ 26527 h 26527"/>
                    <a:gd name="connsiteX4" fmla="*/ 26277 w 26276"/>
                    <a:gd name="connsiteY4" fmla="*/ 20977 h 26527"/>
                    <a:gd name="connsiteX5" fmla="*/ 18942 w 26276"/>
                    <a:gd name="connsiteY5" fmla="*/ 13572 h 26527"/>
                    <a:gd name="connsiteX6" fmla="*/ 26277 w 26276"/>
                    <a:gd name="connsiteY6" fmla="*/ 6167 h 26527"/>
                    <a:gd name="connsiteX7" fmla="*/ 20778 w 26276"/>
                    <a:gd name="connsiteY7" fmla="*/ 0 h 26527"/>
                    <a:gd name="connsiteX8" fmla="*/ 13443 w 26276"/>
                    <a:gd name="connsiteY8" fmla="*/ 7405 h 26527"/>
                    <a:gd name="connsiteX9" fmla="*/ 6109 w 26276"/>
                    <a:gd name="connsiteY9" fmla="*/ 0 h 26527"/>
                    <a:gd name="connsiteX10" fmla="*/ 0 w 26276"/>
                    <a:gd name="connsiteY10" fmla="*/ 6167 h 26527"/>
                    <a:gd name="connsiteX11" fmla="*/ 7334 w 26276"/>
                    <a:gd name="connsiteY11" fmla="*/ 13572 h 26527"/>
                    <a:gd name="connsiteX12" fmla="*/ 0 w 26276"/>
                    <a:gd name="connsiteY12" fmla="*/ 20977 h 26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6276" h="26527">
                      <a:moveTo>
                        <a:pt x="0" y="20977"/>
                      </a:moveTo>
                      <a:lnTo>
                        <a:pt x="6109" y="26527"/>
                      </a:lnTo>
                      <a:lnTo>
                        <a:pt x="13443" y="19129"/>
                      </a:lnTo>
                      <a:lnTo>
                        <a:pt x="20778" y="26527"/>
                      </a:lnTo>
                      <a:lnTo>
                        <a:pt x="26277" y="20977"/>
                      </a:lnTo>
                      <a:lnTo>
                        <a:pt x="18942" y="13572"/>
                      </a:lnTo>
                      <a:lnTo>
                        <a:pt x="26277" y="6167"/>
                      </a:lnTo>
                      <a:lnTo>
                        <a:pt x="20778" y="0"/>
                      </a:lnTo>
                      <a:lnTo>
                        <a:pt x="13443" y="7405"/>
                      </a:lnTo>
                      <a:lnTo>
                        <a:pt x="6109" y="0"/>
                      </a:lnTo>
                      <a:lnTo>
                        <a:pt x="0" y="6167"/>
                      </a:lnTo>
                      <a:lnTo>
                        <a:pt x="7334" y="13572"/>
                      </a:lnTo>
                      <a:lnTo>
                        <a:pt x="0" y="20977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45" name="Freeform: Shape 479">
                  <a:extLst>
                    <a:ext uri="{FF2B5EF4-FFF2-40B4-BE49-F238E27FC236}">
                      <a16:creationId xmlns:a16="http://schemas.microsoft.com/office/drawing/2014/main" id="{E9910C8E-21BC-498F-89B7-3AC561D05E1E}"/>
                    </a:ext>
                  </a:extLst>
                </p:cNvPr>
                <p:cNvSpPr/>
                <p:nvPr/>
              </p:nvSpPr>
              <p:spPr>
                <a:xfrm>
                  <a:off x="3103916" y="3756630"/>
                  <a:ext cx="136280" cy="180165"/>
                </a:xfrm>
                <a:custGeom>
                  <a:avLst/>
                  <a:gdLst>
                    <a:gd name="connsiteX0" fmla="*/ 0 w 136280"/>
                    <a:gd name="connsiteY0" fmla="*/ 28998 h 180165"/>
                    <a:gd name="connsiteX1" fmla="*/ 0 w 136280"/>
                    <a:gd name="connsiteY1" fmla="*/ 92550 h 180165"/>
                    <a:gd name="connsiteX2" fmla="*/ 8560 w 136280"/>
                    <a:gd name="connsiteY2" fmla="*/ 127098 h 180165"/>
                    <a:gd name="connsiteX3" fmla="*/ 67229 w 136280"/>
                    <a:gd name="connsiteY3" fmla="*/ 179543 h 180165"/>
                    <a:gd name="connsiteX4" fmla="*/ 68449 w 136280"/>
                    <a:gd name="connsiteY4" fmla="*/ 180166 h 180165"/>
                    <a:gd name="connsiteX5" fmla="*/ 69668 w 136280"/>
                    <a:gd name="connsiteY5" fmla="*/ 179543 h 180165"/>
                    <a:gd name="connsiteX6" fmla="*/ 127727 w 136280"/>
                    <a:gd name="connsiteY6" fmla="*/ 127098 h 180165"/>
                    <a:gd name="connsiteX7" fmla="*/ 136281 w 136280"/>
                    <a:gd name="connsiteY7" fmla="*/ 92550 h 180165"/>
                    <a:gd name="connsiteX8" fmla="*/ 136281 w 136280"/>
                    <a:gd name="connsiteY8" fmla="*/ 28998 h 180165"/>
                    <a:gd name="connsiteX9" fmla="*/ 68449 w 136280"/>
                    <a:gd name="connsiteY9" fmla="*/ 0 h 180165"/>
                    <a:gd name="connsiteX10" fmla="*/ 0 w 136280"/>
                    <a:gd name="connsiteY10" fmla="*/ 28998 h 180165"/>
                    <a:gd name="connsiteX11" fmla="*/ 128953 w 136280"/>
                    <a:gd name="connsiteY11" fmla="*/ 92550 h 180165"/>
                    <a:gd name="connsiteX12" fmla="*/ 69058 w 136280"/>
                    <a:gd name="connsiteY12" fmla="*/ 170906 h 180165"/>
                    <a:gd name="connsiteX13" fmla="*/ 16504 w 136280"/>
                    <a:gd name="connsiteY13" fmla="*/ 124018 h 180165"/>
                    <a:gd name="connsiteX14" fmla="*/ 8560 w 136280"/>
                    <a:gd name="connsiteY14" fmla="*/ 92550 h 180165"/>
                    <a:gd name="connsiteX15" fmla="*/ 8560 w 136280"/>
                    <a:gd name="connsiteY15" fmla="*/ 34548 h 180165"/>
                    <a:gd name="connsiteX16" fmla="*/ 69058 w 136280"/>
                    <a:gd name="connsiteY16" fmla="*/ 8637 h 180165"/>
                    <a:gd name="connsiteX17" fmla="*/ 128953 w 136280"/>
                    <a:gd name="connsiteY17" fmla="*/ 34548 h 180165"/>
                    <a:gd name="connsiteX18" fmla="*/ 128953 w 136280"/>
                    <a:gd name="connsiteY18" fmla="*/ 92550 h 1801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36280" h="180165">
                      <a:moveTo>
                        <a:pt x="0" y="28998"/>
                      </a:moveTo>
                      <a:lnTo>
                        <a:pt x="0" y="92550"/>
                      </a:lnTo>
                      <a:cubicBezTo>
                        <a:pt x="0" y="93166"/>
                        <a:pt x="616" y="108592"/>
                        <a:pt x="8560" y="127098"/>
                      </a:cubicBezTo>
                      <a:cubicBezTo>
                        <a:pt x="16504" y="144379"/>
                        <a:pt x="33002" y="167204"/>
                        <a:pt x="67229" y="179543"/>
                      </a:cubicBezTo>
                      <a:lnTo>
                        <a:pt x="68449" y="180166"/>
                      </a:lnTo>
                      <a:lnTo>
                        <a:pt x="69668" y="179543"/>
                      </a:lnTo>
                      <a:cubicBezTo>
                        <a:pt x="103895" y="167204"/>
                        <a:pt x="120393" y="144379"/>
                        <a:pt x="127727" y="127098"/>
                      </a:cubicBezTo>
                      <a:cubicBezTo>
                        <a:pt x="136281" y="108592"/>
                        <a:pt x="136281" y="93166"/>
                        <a:pt x="136281" y="92550"/>
                      </a:cubicBezTo>
                      <a:lnTo>
                        <a:pt x="136281" y="28998"/>
                      </a:lnTo>
                      <a:lnTo>
                        <a:pt x="68449" y="0"/>
                      </a:lnTo>
                      <a:lnTo>
                        <a:pt x="0" y="28998"/>
                      </a:lnTo>
                      <a:close/>
                      <a:moveTo>
                        <a:pt x="128953" y="92550"/>
                      </a:moveTo>
                      <a:cubicBezTo>
                        <a:pt x="128953" y="93166"/>
                        <a:pt x="127727" y="148697"/>
                        <a:pt x="69058" y="170906"/>
                      </a:cubicBezTo>
                      <a:cubicBezTo>
                        <a:pt x="44616" y="161653"/>
                        <a:pt x="26893" y="145611"/>
                        <a:pt x="16504" y="124018"/>
                      </a:cubicBezTo>
                      <a:cubicBezTo>
                        <a:pt x="8560" y="107354"/>
                        <a:pt x="8560" y="92550"/>
                        <a:pt x="8560" y="92550"/>
                      </a:cubicBezTo>
                      <a:lnTo>
                        <a:pt x="8560" y="34548"/>
                      </a:lnTo>
                      <a:lnTo>
                        <a:pt x="69058" y="8637"/>
                      </a:lnTo>
                      <a:lnTo>
                        <a:pt x="128953" y="34548"/>
                      </a:lnTo>
                      <a:lnTo>
                        <a:pt x="128953" y="9255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46" name="Freeform: Shape 480">
                  <a:extLst>
                    <a:ext uri="{FF2B5EF4-FFF2-40B4-BE49-F238E27FC236}">
                      <a16:creationId xmlns:a16="http://schemas.microsoft.com/office/drawing/2014/main" id="{FADB045F-1B22-4DA0-813D-A6CAB96CE485}"/>
                    </a:ext>
                  </a:extLst>
                </p:cNvPr>
                <p:cNvSpPr/>
                <p:nvPr/>
              </p:nvSpPr>
              <p:spPr>
                <a:xfrm>
                  <a:off x="3133254" y="3857817"/>
                  <a:ext cx="31776" cy="8021"/>
                </a:xfrm>
                <a:custGeom>
                  <a:avLst/>
                  <a:gdLst>
                    <a:gd name="connsiteX0" fmla="*/ 31776 w 31776"/>
                    <a:gd name="connsiteY0" fmla="*/ 0 h 8021"/>
                    <a:gd name="connsiteX1" fmla="*/ 0 w 31776"/>
                    <a:gd name="connsiteY1" fmla="*/ 0 h 8021"/>
                    <a:gd name="connsiteX2" fmla="*/ 0 w 31776"/>
                    <a:gd name="connsiteY2" fmla="*/ 8021 h 8021"/>
                    <a:gd name="connsiteX3" fmla="*/ 31776 w 31776"/>
                    <a:gd name="connsiteY3" fmla="*/ 8021 h 8021"/>
                    <a:gd name="connsiteX4" fmla="*/ 31776 w 31776"/>
                    <a:gd name="connsiteY4" fmla="*/ 0 h 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76" h="8021">
                      <a:moveTo>
                        <a:pt x="31776" y="0"/>
                      </a:moveTo>
                      <a:lnTo>
                        <a:pt x="0" y="0"/>
                      </a:lnTo>
                      <a:lnTo>
                        <a:pt x="0" y="8021"/>
                      </a:lnTo>
                      <a:lnTo>
                        <a:pt x="31776" y="8021"/>
                      </a:lnTo>
                      <a:lnTo>
                        <a:pt x="31776" y="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47" name="Freeform: Shape 481">
                  <a:extLst>
                    <a:ext uri="{FF2B5EF4-FFF2-40B4-BE49-F238E27FC236}">
                      <a16:creationId xmlns:a16="http://schemas.microsoft.com/office/drawing/2014/main" id="{BC50D688-0483-4BCB-8266-EE7655AF15AE}"/>
                    </a:ext>
                  </a:extLst>
                </p:cNvPr>
                <p:cNvSpPr/>
                <p:nvPr/>
              </p:nvSpPr>
              <p:spPr>
                <a:xfrm>
                  <a:off x="3133254" y="3816480"/>
                  <a:ext cx="31776" cy="8021"/>
                </a:xfrm>
                <a:custGeom>
                  <a:avLst/>
                  <a:gdLst>
                    <a:gd name="connsiteX0" fmla="*/ 31776 w 31776"/>
                    <a:gd name="connsiteY0" fmla="*/ 0 h 8021"/>
                    <a:gd name="connsiteX1" fmla="*/ 0 w 31776"/>
                    <a:gd name="connsiteY1" fmla="*/ 0 h 8021"/>
                    <a:gd name="connsiteX2" fmla="*/ 0 w 31776"/>
                    <a:gd name="connsiteY2" fmla="*/ 8021 h 8021"/>
                    <a:gd name="connsiteX3" fmla="*/ 31776 w 31776"/>
                    <a:gd name="connsiteY3" fmla="*/ 8021 h 8021"/>
                    <a:gd name="connsiteX4" fmla="*/ 31776 w 31776"/>
                    <a:gd name="connsiteY4" fmla="*/ 0 h 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76" h="8021">
                      <a:moveTo>
                        <a:pt x="31776" y="0"/>
                      </a:moveTo>
                      <a:lnTo>
                        <a:pt x="0" y="0"/>
                      </a:lnTo>
                      <a:lnTo>
                        <a:pt x="0" y="8021"/>
                      </a:lnTo>
                      <a:lnTo>
                        <a:pt x="31776" y="8021"/>
                      </a:lnTo>
                      <a:lnTo>
                        <a:pt x="31776" y="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48" name="Freeform: Shape 482">
                  <a:extLst>
                    <a:ext uri="{FF2B5EF4-FFF2-40B4-BE49-F238E27FC236}">
                      <a16:creationId xmlns:a16="http://schemas.microsoft.com/office/drawing/2014/main" id="{45019ABC-28A1-43C1-8FCE-F8F9BCE32E62}"/>
                    </a:ext>
                  </a:extLst>
                </p:cNvPr>
                <p:cNvSpPr/>
                <p:nvPr/>
              </p:nvSpPr>
              <p:spPr>
                <a:xfrm>
                  <a:off x="3177864" y="3807220"/>
                  <a:ext cx="35446" cy="29004"/>
                </a:xfrm>
                <a:custGeom>
                  <a:avLst/>
                  <a:gdLst>
                    <a:gd name="connsiteX0" fmla="*/ 29947 w 35446"/>
                    <a:gd name="connsiteY0" fmla="*/ 0 h 29004"/>
                    <a:gd name="connsiteX1" fmla="*/ 12224 w 35446"/>
                    <a:gd name="connsiteY1" fmla="*/ 17281 h 29004"/>
                    <a:gd name="connsiteX2" fmla="*/ 6109 w 35446"/>
                    <a:gd name="connsiteY2" fmla="*/ 11108 h 29004"/>
                    <a:gd name="connsiteX3" fmla="*/ 0 w 35446"/>
                    <a:gd name="connsiteY3" fmla="*/ 16665 h 29004"/>
                    <a:gd name="connsiteX4" fmla="*/ 12224 w 35446"/>
                    <a:gd name="connsiteY4" fmla="*/ 29004 h 29004"/>
                    <a:gd name="connsiteX5" fmla="*/ 35447 w 35446"/>
                    <a:gd name="connsiteY5" fmla="*/ 5557 h 29004"/>
                    <a:gd name="connsiteX6" fmla="*/ 29947 w 35446"/>
                    <a:gd name="connsiteY6" fmla="*/ 0 h 290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5446" h="29004">
                      <a:moveTo>
                        <a:pt x="29947" y="0"/>
                      </a:moveTo>
                      <a:lnTo>
                        <a:pt x="12224" y="17281"/>
                      </a:lnTo>
                      <a:lnTo>
                        <a:pt x="6109" y="11108"/>
                      </a:lnTo>
                      <a:lnTo>
                        <a:pt x="0" y="16665"/>
                      </a:lnTo>
                      <a:lnTo>
                        <a:pt x="12224" y="29004"/>
                      </a:lnTo>
                      <a:lnTo>
                        <a:pt x="35447" y="5557"/>
                      </a:lnTo>
                      <a:lnTo>
                        <a:pt x="29947" y="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49" name="Freeform: Shape 484">
                  <a:extLst>
                    <a:ext uri="{FF2B5EF4-FFF2-40B4-BE49-F238E27FC236}">
                      <a16:creationId xmlns:a16="http://schemas.microsoft.com/office/drawing/2014/main" id="{D7D68139-6C73-47F4-835E-35D89F77ED91}"/>
                    </a:ext>
                  </a:extLst>
                </p:cNvPr>
                <p:cNvSpPr/>
                <p:nvPr/>
              </p:nvSpPr>
              <p:spPr>
                <a:xfrm>
                  <a:off x="3133254" y="3836841"/>
                  <a:ext cx="31776" cy="8636"/>
                </a:xfrm>
                <a:custGeom>
                  <a:avLst/>
                  <a:gdLst>
                    <a:gd name="connsiteX0" fmla="*/ 0 w 31776"/>
                    <a:gd name="connsiteY0" fmla="*/ 8637 h 8636"/>
                    <a:gd name="connsiteX1" fmla="*/ 30550 w 31776"/>
                    <a:gd name="connsiteY1" fmla="*/ 8637 h 8636"/>
                    <a:gd name="connsiteX2" fmla="*/ 31776 w 31776"/>
                    <a:gd name="connsiteY2" fmla="*/ 8637 h 8636"/>
                    <a:gd name="connsiteX3" fmla="*/ 31776 w 31776"/>
                    <a:gd name="connsiteY3" fmla="*/ 0 h 8636"/>
                    <a:gd name="connsiteX4" fmla="*/ 0 w 31776"/>
                    <a:gd name="connsiteY4" fmla="*/ 0 h 8636"/>
                    <a:gd name="connsiteX5" fmla="*/ 0 w 31776"/>
                    <a:gd name="connsiteY5" fmla="*/ 8637 h 8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776" h="8636">
                      <a:moveTo>
                        <a:pt x="0" y="8637"/>
                      </a:moveTo>
                      <a:lnTo>
                        <a:pt x="30550" y="8637"/>
                      </a:lnTo>
                      <a:lnTo>
                        <a:pt x="31776" y="8637"/>
                      </a:lnTo>
                      <a:lnTo>
                        <a:pt x="31776" y="0"/>
                      </a:lnTo>
                      <a:lnTo>
                        <a:pt x="0" y="0"/>
                      </a:lnTo>
                      <a:lnTo>
                        <a:pt x="0" y="8637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550" name="Graphic 2">
              <a:extLst>
                <a:ext uri="{FF2B5EF4-FFF2-40B4-BE49-F238E27FC236}">
                  <a16:creationId xmlns:a16="http://schemas.microsoft.com/office/drawing/2014/main" id="{CDC6245B-07D6-4ABB-AF67-9D55AF965111}"/>
                </a:ext>
              </a:extLst>
            </p:cNvPr>
            <p:cNvGrpSpPr/>
            <p:nvPr/>
          </p:nvGrpSpPr>
          <p:grpSpPr>
            <a:xfrm>
              <a:off x="2691179" y="3966031"/>
              <a:ext cx="794166" cy="328863"/>
              <a:chOff x="2691179" y="3966031"/>
              <a:chExt cx="794166" cy="328863"/>
            </a:xfrm>
            <a:solidFill>
              <a:srgbClr val="000000"/>
            </a:solidFill>
          </p:grpSpPr>
          <p:sp>
            <p:nvSpPr>
              <p:cNvPr id="1551" name="TextBox 487">
                <a:extLst>
                  <a:ext uri="{FF2B5EF4-FFF2-40B4-BE49-F238E27FC236}">
                    <a16:creationId xmlns:a16="http://schemas.microsoft.com/office/drawing/2014/main" id="{5F952071-8AE3-4064-A5FD-7865E3606944}"/>
                  </a:ext>
                </a:extLst>
              </p:cNvPr>
              <p:cNvSpPr txBox="1"/>
              <p:nvPr/>
            </p:nvSpPr>
            <p:spPr>
              <a:xfrm>
                <a:off x="2757034" y="3966031"/>
                <a:ext cx="728311" cy="226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 </a:t>
                </a:r>
              </a:p>
            </p:txBody>
          </p:sp>
          <p:sp>
            <p:nvSpPr>
              <p:cNvPr id="1552" name="TextBox 488">
                <a:extLst>
                  <a:ext uri="{FF2B5EF4-FFF2-40B4-BE49-F238E27FC236}">
                    <a16:creationId xmlns:a16="http://schemas.microsoft.com/office/drawing/2014/main" id="{8905C1FF-06C8-4721-8E32-C3CCC27A2DB9}"/>
                  </a:ext>
                </a:extLst>
              </p:cNvPr>
              <p:cNvSpPr txBox="1"/>
              <p:nvPr/>
            </p:nvSpPr>
            <p:spPr>
              <a:xfrm>
                <a:off x="2938913" y="4068701"/>
                <a:ext cx="362551" cy="226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 </a:t>
                </a:r>
              </a:p>
            </p:txBody>
          </p:sp>
          <p:sp>
            <p:nvSpPr>
              <p:cNvPr id="1553" name="TextBox 489">
                <a:extLst>
                  <a:ext uri="{FF2B5EF4-FFF2-40B4-BE49-F238E27FC236}">
                    <a16:creationId xmlns:a16="http://schemas.microsoft.com/office/drawing/2014/main" id="{51179850-904C-4773-8D60-6A54BF3861CE}"/>
                  </a:ext>
                </a:extLst>
              </p:cNvPr>
              <p:cNvSpPr txBox="1"/>
              <p:nvPr/>
            </p:nvSpPr>
            <p:spPr>
              <a:xfrm>
                <a:off x="2691179" y="4032852"/>
                <a:ext cx="741144" cy="226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b="1" spc="0" baseline="0" dirty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RT + SL</a:t>
                </a:r>
                <a:endParaRPr lang="en-US" sz="900" spc="0" baseline="0" dirty="0"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endParaRPr>
              </a:p>
            </p:txBody>
          </p:sp>
        </p:grpSp>
      </p:grpSp>
      <p:grpSp>
        <p:nvGrpSpPr>
          <p:cNvPr id="1554" name="Graphic 2">
            <a:extLst>
              <a:ext uri="{FF2B5EF4-FFF2-40B4-BE49-F238E27FC236}">
                <a16:creationId xmlns:a16="http://schemas.microsoft.com/office/drawing/2014/main" id="{372947F3-1FB3-418D-A91F-DFAF56288C04}"/>
              </a:ext>
            </a:extLst>
          </p:cNvPr>
          <p:cNvGrpSpPr/>
          <p:nvPr/>
        </p:nvGrpSpPr>
        <p:grpSpPr>
          <a:xfrm>
            <a:off x="10206499" y="4285874"/>
            <a:ext cx="644879" cy="467474"/>
            <a:chOff x="2706761" y="3749841"/>
            <a:chExt cx="778584" cy="545053"/>
          </a:xfrm>
        </p:grpSpPr>
        <p:grpSp>
          <p:nvGrpSpPr>
            <p:cNvPr id="1555" name="Graphic 2">
              <a:extLst>
                <a:ext uri="{FF2B5EF4-FFF2-40B4-BE49-F238E27FC236}">
                  <a16:creationId xmlns:a16="http://schemas.microsoft.com/office/drawing/2014/main" id="{AEF2F274-81A8-4BFA-BC27-5952C09EDC7A}"/>
                </a:ext>
              </a:extLst>
            </p:cNvPr>
            <p:cNvGrpSpPr/>
            <p:nvPr/>
          </p:nvGrpSpPr>
          <p:grpSpPr>
            <a:xfrm>
              <a:off x="2990248" y="3749841"/>
              <a:ext cx="256673" cy="256673"/>
              <a:chOff x="2990248" y="3749841"/>
              <a:chExt cx="256673" cy="256673"/>
            </a:xfrm>
          </p:grpSpPr>
          <p:grpSp>
            <p:nvGrpSpPr>
              <p:cNvPr id="1556" name="Graphic 2">
                <a:extLst>
                  <a:ext uri="{FF2B5EF4-FFF2-40B4-BE49-F238E27FC236}">
                    <a16:creationId xmlns:a16="http://schemas.microsoft.com/office/drawing/2014/main" id="{93EE540D-CAC9-48CE-9677-6C9A0C55631F}"/>
                  </a:ext>
                </a:extLst>
              </p:cNvPr>
              <p:cNvGrpSpPr/>
              <p:nvPr/>
            </p:nvGrpSpPr>
            <p:grpSpPr>
              <a:xfrm>
                <a:off x="2990248" y="3749841"/>
                <a:ext cx="256673" cy="256673"/>
                <a:chOff x="2990248" y="3749841"/>
                <a:chExt cx="256673" cy="256673"/>
              </a:xfrm>
              <a:solidFill>
                <a:srgbClr val="FFFFFF"/>
              </a:solidFill>
            </p:grpSpPr>
            <p:sp>
              <p:nvSpPr>
                <p:cNvPr id="1557" name="Freeform: Shape 467">
                  <a:extLst>
                    <a:ext uri="{FF2B5EF4-FFF2-40B4-BE49-F238E27FC236}">
                      <a16:creationId xmlns:a16="http://schemas.microsoft.com/office/drawing/2014/main" id="{5D38E85A-1FAF-4D97-AF24-EC946DC01C86}"/>
                    </a:ext>
                  </a:extLst>
                </p:cNvPr>
                <p:cNvSpPr/>
                <p:nvPr/>
              </p:nvSpPr>
              <p:spPr>
                <a:xfrm>
                  <a:off x="2993302" y="3752928"/>
                  <a:ext cx="251174" cy="250500"/>
                </a:xfrm>
                <a:custGeom>
                  <a:avLst/>
                  <a:gdLst>
                    <a:gd name="connsiteX0" fmla="*/ 0 w 251174"/>
                    <a:gd name="connsiteY0" fmla="*/ 250501 h 250500"/>
                    <a:gd name="connsiteX1" fmla="*/ 0 w 251174"/>
                    <a:gd name="connsiteY1" fmla="*/ 80827 h 250500"/>
                    <a:gd name="connsiteX2" fmla="*/ 107559 w 251174"/>
                    <a:gd name="connsiteY2" fmla="*/ 80827 h 250500"/>
                    <a:gd name="connsiteX3" fmla="*/ 107559 w 251174"/>
                    <a:gd name="connsiteY3" fmla="*/ 30852 h 250500"/>
                    <a:gd name="connsiteX4" fmla="*/ 179672 w 251174"/>
                    <a:gd name="connsiteY4" fmla="*/ 0 h 250500"/>
                    <a:gd name="connsiteX5" fmla="*/ 251174 w 251174"/>
                    <a:gd name="connsiteY5" fmla="*/ 30852 h 250500"/>
                    <a:gd name="connsiteX6" fmla="*/ 251174 w 251174"/>
                    <a:gd name="connsiteY6" fmla="*/ 96253 h 250500"/>
                    <a:gd name="connsiteX7" fmla="*/ 242005 w 251174"/>
                    <a:gd name="connsiteY7" fmla="*/ 132040 h 250500"/>
                    <a:gd name="connsiteX8" fmla="*/ 182116 w 251174"/>
                    <a:gd name="connsiteY8" fmla="*/ 185716 h 250500"/>
                    <a:gd name="connsiteX9" fmla="*/ 182116 w 251174"/>
                    <a:gd name="connsiteY9" fmla="*/ 249885 h 250500"/>
                    <a:gd name="connsiteX10" fmla="*/ 0 w 251174"/>
                    <a:gd name="connsiteY10" fmla="*/ 249885 h 250500"/>
                    <a:gd name="connsiteX11" fmla="*/ 0 w 251174"/>
                    <a:gd name="connsiteY11" fmla="*/ 250501 h 25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51174" h="250500">
                      <a:moveTo>
                        <a:pt x="0" y="250501"/>
                      </a:moveTo>
                      <a:lnTo>
                        <a:pt x="0" y="80827"/>
                      </a:lnTo>
                      <a:lnTo>
                        <a:pt x="107559" y="80827"/>
                      </a:lnTo>
                      <a:lnTo>
                        <a:pt x="107559" y="30852"/>
                      </a:lnTo>
                      <a:lnTo>
                        <a:pt x="179672" y="0"/>
                      </a:lnTo>
                      <a:lnTo>
                        <a:pt x="251174" y="30852"/>
                      </a:lnTo>
                      <a:lnTo>
                        <a:pt x="251174" y="96253"/>
                      </a:lnTo>
                      <a:cubicBezTo>
                        <a:pt x="251174" y="96869"/>
                        <a:pt x="251174" y="112911"/>
                        <a:pt x="242005" y="132040"/>
                      </a:cubicBezTo>
                      <a:cubicBezTo>
                        <a:pt x="234061" y="149314"/>
                        <a:pt x="217563" y="172761"/>
                        <a:pt x="182116" y="185716"/>
                      </a:cubicBezTo>
                      <a:lnTo>
                        <a:pt x="182116" y="249885"/>
                      </a:lnTo>
                      <a:lnTo>
                        <a:pt x="0" y="249885"/>
                      </a:lnTo>
                      <a:lnTo>
                        <a:pt x="0" y="25050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58" name="Freeform: Shape 468">
                  <a:extLst>
                    <a:ext uri="{FF2B5EF4-FFF2-40B4-BE49-F238E27FC236}">
                      <a16:creationId xmlns:a16="http://schemas.microsoft.com/office/drawing/2014/main" id="{0D986DCF-A2C9-4276-99C4-2FA3077D86BE}"/>
                    </a:ext>
                  </a:extLst>
                </p:cNvPr>
                <p:cNvSpPr/>
                <p:nvPr/>
              </p:nvSpPr>
              <p:spPr>
                <a:xfrm>
                  <a:off x="2990248" y="3749841"/>
                  <a:ext cx="256673" cy="256673"/>
                </a:xfrm>
                <a:custGeom>
                  <a:avLst/>
                  <a:gdLst>
                    <a:gd name="connsiteX0" fmla="*/ 182116 w 256673"/>
                    <a:gd name="connsiteY0" fmla="*/ 6789 h 256673"/>
                    <a:gd name="connsiteX1" fmla="*/ 250565 w 256673"/>
                    <a:gd name="connsiteY1" fmla="*/ 35787 h 256673"/>
                    <a:gd name="connsiteX2" fmla="*/ 250565 w 256673"/>
                    <a:gd name="connsiteY2" fmla="*/ 99339 h 256673"/>
                    <a:gd name="connsiteX3" fmla="*/ 242005 w 256673"/>
                    <a:gd name="connsiteY3" fmla="*/ 133887 h 256673"/>
                    <a:gd name="connsiteX4" fmla="*/ 183952 w 256673"/>
                    <a:gd name="connsiteY4" fmla="*/ 186332 h 256673"/>
                    <a:gd name="connsiteX5" fmla="*/ 182726 w 256673"/>
                    <a:gd name="connsiteY5" fmla="*/ 186955 h 256673"/>
                    <a:gd name="connsiteX6" fmla="*/ 182116 w 256673"/>
                    <a:gd name="connsiteY6" fmla="*/ 186955 h 256673"/>
                    <a:gd name="connsiteX7" fmla="*/ 182116 w 256673"/>
                    <a:gd name="connsiteY7" fmla="*/ 250501 h 256673"/>
                    <a:gd name="connsiteX8" fmla="*/ 6109 w 256673"/>
                    <a:gd name="connsiteY8" fmla="*/ 250501 h 256673"/>
                    <a:gd name="connsiteX9" fmla="*/ 6109 w 256673"/>
                    <a:gd name="connsiteY9" fmla="*/ 87000 h 256673"/>
                    <a:gd name="connsiteX10" fmla="*/ 113668 w 256673"/>
                    <a:gd name="connsiteY10" fmla="*/ 87000 h 256673"/>
                    <a:gd name="connsiteX11" fmla="*/ 113668 w 256673"/>
                    <a:gd name="connsiteY11" fmla="*/ 35787 h 256673"/>
                    <a:gd name="connsiteX12" fmla="*/ 182116 w 256673"/>
                    <a:gd name="connsiteY12" fmla="*/ 6789 h 256673"/>
                    <a:gd name="connsiteX13" fmla="*/ 182116 w 256673"/>
                    <a:gd name="connsiteY13" fmla="*/ 0 h 256673"/>
                    <a:gd name="connsiteX14" fmla="*/ 179672 w 256673"/>
                    <a:gd name="connsiteY14" fmla="*/ 1232 h 256673"/>
                    <a:gd name="connsiteX15" fmla="*/ 111223 w 256673"/>
                    <a:gd name="connsiteY15" fmla="*/ 30236 h 256673"/>
                    <a:gd name="connsiteX16" fmla="*/ 107559 w 256673"/>
                    <a:gd name="connsiteY16" fmla="*/ 32084 h 256673"/>
                    <a:gd name="connsiteX17" fmla="*/ 107559 w 256673"/>
                    <a:gd name="connsiteY17" fmla="*/ 36403 h 256673"/>
                    <a:gd name="connsiteX18" fmla="*/ 107559 w 256673"/>
                    <a:gd name="connsiteY18" fmla="*/ 81442 h 256673"/>
                    <a:gd name="connsiteX19" fmla="*/ 6109 w 256673"/>
                    <a:gd name="connsiteY19" fmla="*/ 81442 h 256673"/>
                    <a:gd name="connsiteX20" fmla="*/ 0 w 256673"/>
                    <a:gd name="connsiteY20" fmla="*/ 81442 h 256673"/>
                    <a:gd name="connsiteX21" fmla="*/ 0 w 256673"/>
                    <a:gd name="connsiteY21" fmla="*/ 87616 h 256673"/>
                    <a:gd name="connsiteX22" fmla="*/ 0 w 256673"/>
                    <a:gd name="connsiteY22" fmla="*/ 250501 h 256673"/>
                    <a:gd name="connsiteX23" fmla="*/ 0 w 256673"/>
                    <a:gd name="connsiteY23" fmla="*/ 256674 h 256673"/>
                    <a:gd name="connsiteX24" fmla="*/ 6109 w 256673"/>
                    <a:gd name="connsiteY24" fmla="*/ 256674 h 256673"/>
                    <a:gd name="connsiteX25" fmla="*/ 182116 w 256673"/>
                    <a:gd name="connsiteY25" fmla="*/ 256674 h 256673"/>
                    <a:gd name="connsiteX26" fmla="*/ 188225 w 256673"/>
                    <a:gd name="connsiteY26" fmla="*/ 256674 h 256673"/>
                    <a:gd name="connsiteX27" fmla="*/ 188225 w 256673"/>
                    <a:gd name="connsiteY27" fmla="*/ 250501 h 256673"/>
                    <a:gd name="connsiteX28" fmla="*/ 188225 w 256673"/>
                    <a:gd name="connsiteY28" fmla="*/ 191273 h 256673"/>
                    <a:gd name="connsiteX29" fmla="*/ 247504 w 256673"/>
                    <a:gd name="connsiteY29" fmla="*/ 136358 h 256673"/>
                    <a:gd name="connsiteX30" fmla="*/ 256674 w 256673"/>
                    <a:gd name="connsiteY30" fmla="*/ 99339 h 256673"/>
                    <a:gd name="connsiteX31" fmla="*/ 256674 w 256673"/>
                    <a:gd name="connsiteY31" fmla="*/ 35787 h 256673"/>
                    <a:gd name="connsiteX32" fmla="*/ 256674 w 256673"/>
                    <a:gd name="connsiteY32" fmla="*/ 32084 h 256673"/>
                    <a:gd name="connsiteX33" fmla="*/ 253010 w 256673"/>
                    <a:gd name="connsiteY33" fmla="*/ 30236 h 256673"/>
                    <a:gd name="connsiteX34" fmla="*/ 184561 w 256673"/>
                    <a:gd name="connsiteY34" fmla="*/ 1232 h 256673"/>
                    <a:gd name="connsiteX35" fmla="*/ 182116 w 256673"/>
                    <a:gd name="connsiteY35" fmla="*/ 0 h 256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256673" h="256673">
                      <a:moveTo>
                        <a:pt x="182116" y="6789"/>
                      </a:moveTo>
                      <a:lnTo>
                        <a:pt x="250565" y="35787"/>
                      </a:lnTo>
                      <a:lnTo>
                        <a:pt x="250565" y="99339"/>
                      </a:lnTo>
                      <a:cubicBezTo>
                        <a:pt x="250565" y="99955"/>
                        <a:pt x="250565" y="115381"/>
                        <a:pt x="242005" y="133887"/>
                      </a:cubicBezTo>
                      <a:cubicBezTo>
                        <a:pt x="234061" y="151168"/>
                        <a:pt x="218173" y="173993"/>
                        <a:pt x="183952" y="186332"/>
                      </a:cubicBezTo>
                      <a:lnTo>
                        <a:pt x="182726" y="186955"/>
                      </a:lnTo>
                      <a:lnTo>
                        <a:pt x="182116" y="186955"/>
                      </a:lnTo>
                      <a:lnTo>
                        <a:pt x="182116" y="250501"/>
                      </a:lnTo>
                      <a:lnTo>
                        <a:pt x="6109" y="250501"/>
                      </a:lnTo>
                      <a:lnTo>
                        <a:pt x="6109" y="87000"/>
                      </a:lnTo>
                      <a:lnTo>
                        <a:pt x="113668" y="87000"/>
                      </a:lnTo>
                      <a:lnTo>
                        <a:pt x="113668" y="35787"/>
                      </a:lnTo>
                      <a:lnTo>
                        <a:pt x="182116" y="6789"/>
                      </a:lnTo>
                      <a:close/>
                      <a:moveTo>
                        <a:pt x="182116" y="0"/>
                      </a:moveTo>
                      <a:lnTo>
                        <a:pt x="179672" y="1232"/>
                      </a:lnTo>
                      <a:lnTo>
                        <a:pt x="111223" y="30236"/>
                      </a:lnTo>
                      <a:lnTo>
                        <a:pt x="107559" y="32084"/>
                      </a:lnTo>
                      <a:lnTo>
                        <a:pt x="107559" y="36403"/>
                      </a:lnTo>
                      <a:lnTo>
                        <a:pt x="107559" y="81442"/>
                      </a:lnTo>
                      <a:lnTo>
                        <a:pt x="6109" y="81442"/>
                      </a:lnTo>
                      <a:lnTo>
                        <a:pt x="0" y="81442"/>
                      </a:lnTo>
                      <a:lnTo>
                        <a:pt x="0" y="87616"/>
                      </a:lnTo>
                      <a:lnTo>
                        <a:pt x="0" y="250501"/>
                      </a:lnTo>
                      <a:lnTo>
                        <a:pt x="0" y="256674"/>
                      </a:lnTo>
                      <a:lnTo>
                        <a:pt x="6109" y="256674"/>
                      </a:lnTo>
                      <a:lnTo>
                        <a:pt x="182116" y="256674"/>
                      </a:lnTo>
                      <a:lnTo>
                        <a:pt x="188225" y="256674"/>
                      </a:lnTo>
                      <a:lnTo>
                        <a:pt x="188225" y="250501"/>
                      </a:lnTo>
                      <a:lnTo>
                        <a:pt x="188225" y="191273"/>
                      </a:lnTo>
                      <a:cubicBezTo>
                        <a:pt x="222453" y="177695"/>
                        <a:pt x="239560" y="154248"/>
                        <a:pt x="247504" y="136358"/>
                      </a:cubicBezTo>
                      <a:cubicBezTo>
                        <a:pt x="256674" y="116613"/>
                        <a:pt x="256674" y="99955"/>
                        <a:pt x="256674" y="99339"/>
                      </a:cubicBezTo>
                      <a:lnTo>
                        <a:pt x="256674" y="35787"/>
                      </a:lnTo>
                      <a:lnTo>
                        <a:pt x="256674" y="32084"/>
                      </a:lnTo>
                      <a:lnTo>
                        <a:pt x="253010" y="30236"/>
                      </a:lnTo>
                      <a:lnTo>
                        <a:pt x="184561" y="1232"/>
                      </a:lnTo>
                      <a:lnTo>
                        <a:pt x="18211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59" name="Graphic 2">
                <a:extLst>
                  <a:ext uri="{FF2B5EF4-FFF2-40B4-BE49-F238E27FC236}">
                    <a16:creationId xmlns:a16="http://schemas.microsoft.com/office/drawing/2014/main" id="{CB7DE12A-0D10-4625-9ADF-2CEBCD2AC941}"/>
                  </a:ext>
                </a:extLst>
              </p:cNvPr>
              <p:cNvGrpSpPr/>
              <p:nvPr/>
            </p:nvGrpSpPr>
            <p:grpSpPr>
              <a:xfrm>
                <a:off x="2996357" y="3756630"/>
                <a:ext cx="243839" cy="244334"/>
                <a:chOff x="2996357" y="3756630"/>
                <a:chExt cx="243839" cy="244334"/>
              </a:xfrm>
              <a:solidFill>
                <a:srgbClr val="AE562C"/>
              </a:solidFill>
            </p:grpSpPr>
            <p:sp>
              <p:nvSpPr>
                <p:cNvPr id="1560" name="Freeform: Shape 470">
                  <a:extLst>
                    <a:ext uri="{FF2B5EF4-FFF2-40B4-BE49-F238E27FC236}">
                      <a16:creationId xmlns:a16="http://schemas.microsoft.com/office/drawing/2014/main" id="{63C16C4D-19C0-4E73-8B84-2D4944D55E4A}"/>
                    </a:ext>
                  </a:extLst>
                </p:cNvPr>
                <p:cNvSpPr/>
                <p:nvPr/>
              </p:nvSpPr>
              <p:spPr>
                <a:xfrm>
                  <a:off x="2996357" y="3838073"/>
                  <a:ext cx="176007" cy="162891"/>
                </a:xfrm>
                <a:custGeom>
                  <a:avLst/>
                  <a:gdLst>
                    <a:gd name="connsiteX0" fmla="*/ 167454 w 176007"/>
                    <a:gd name="connsiteY0" fmla="*/ 102426 h 162891"/>
                    <a:gd name="connsiteX1" fmla="*/ 55005 w 176007"/>
                    <a:gd name="connsiteY1" fmla="*/ 102426 h 162891"/>
                    <a:gd name="connsiteX2" fmla="*/ 55005 w 176007"/>
                    <a:gd name="connsiteY2" fmla="*/ 59234 h 162891"/>
                    <a:gd name="connsiteX3" fmla="*/ 116119 w 176007"/>
                    <a:gd name="connsiteY3" fmla="*/ 59234 h 162891"/>
                    <a:gd name="connsiteX4" fmla="*/ 111839 w 176007"/>
                    <a:gd name="connsiteY4" fmla="*/ 51213 h 162891"/>
                    <a:gd name="connsiteX5" fmla="*/ 55005 w 176007"/>
                    <a:gd name="connsiteY5" fmla="*/ 51213 h 162891"/>
                    <a:gd name="connsiteX6" fmla="*/ 55005 w 176007"/>
                    <a:gd name="connsiteY6" fmla="*/ 8021 h 162891"/>
                    <a:gd name="connsiteX7" fmla="*/ 100841 w 176007"/>
                    <a:gd name="connsiteY7" fmla="*/ 8021 h 162891"/>
                    <a:gd name="connsiteX8" fmla="*/ 100841 w 176007"/>
                    <a:gd name="connsiteY8" fmla="*/ 0 h 162891"/>
                    <a:gd name="connsiteX9" fmla="*/ 0 w 176007"/>
                    <a:gd name="connsiteY9" fmla="*/ 0 h 162891"/>
                    <a:gd name="connsiteX10" fmla="*/ 0 w 176007"/>
                    <a:gd name="connsiteY10" fmla="*/ 162892 h 162891"/>
                    <a:gd name="connsiteX11" fmla="*/ 176008 w 176007"/>
                    <a:gd name="connsiteY11" fmla="*/ 162892 h 162891"/>
                    <a:gd name="connsiteX12" fmla="*/ 176008 w 176007"/>
                    <a:gd name="connsiteY12" fmla="*/ 106122 h 162891"/>
                    <a:gd name="connsiteX13" fmla="*/ 172953 w 176007"/>
                    <a:gd name="connsiteY13" fmla="*/ 104890 h 162891"/>
                    <a:gd name="connsiteX14" fmla="*/ 167454 w 176007"/>
                    <a:gd name="connsiteY14" fmla="*/ 102426 h 162891"/>
                    <a:gd name="connsiteX15" fmla="*/ 7944 w 176007"/>
                    <a:gd name="connsiteY15" fmla="*/ 7405 h 162891"/>
                    <a:gd name="connsiteX16" fmla="*/ 47061 w 176007"/>
                    <a:gd name="connsiteY16" fmla="*/ 7405 h 162891"/>
                    <a:gd name="connsiteX17" fmla="*/ 47061 w 176007"/>
                    <a:gd name="connsiteY17" fmla="*/ 50597 h 162891"/>
                    <a:gd name="connsiteX18" fmla="*/ 7944 w 176007"/>
                    <a:gd name="connsiteY18" fmla="*/ 50597 h 162891"/>
                    <a:gd name="connsiteX19" fmla="*/ 7944 w 176007"/>
                    <a:gd name="connsiteY19" fmla="*/ 7405 h 162891"/>
                    <a:gd name="connsiteX20" fmla="*/ 47061 w 176007"/>
                    <a:gd name="connsiteY20" fmla="*/ 58618 h 162891"/>
                    <a:gd name="connsiteX21" fmla="*/ 47061 w 176007"/>
                    <a:gd name="connsiteY21" fmla="*/ 101803 h 162891"/>
                    <a:gd name="connsiteX22" fmla="*/ 7944 w 176007"/>
                    <a:gd name="connsiteY22" fmla="*/ 101803 h 162891"/>
                    <a:gd name="connsiteX23" fmla="*/ 7944 w 176007"/>
                    <a:gd name="connsiteY23" fmla="*/ 58618 h 162891"/>
                    <a:gd name="connsiteX24" fmla="*/ 47061 w 176007"/>
                    <a:gd name="connsiteY24" fmla="*/ 58618 h 162891"/>
                    <a:gd name="connsiteX25" fmla="*/ 7944 w 176007"/>
                    <a:gd name="connsiteY25" fmla="*/ 110447 h 162891"/>
                    <a:gd name="connsiteX26" fmla="*/ 47061 w 176007"/>
                    <a:gd name="connsiteY26" fmla="*/ 110447 h 162891"/>
                    <a:gd name="connsiteX27" fmla="*/ 47061 w 176007"/>
                    <a:gd name="connsiteY27" fmla="*/ 153632 h 162891"/>
                    <a:gd name="connsiteX28" fmla="*/ 7944 w 176007"/>
                    <a:gd name="connsiteY28" fmla="*/ 153632 h 162891"/>
                    <a:gd name="connsiteX29" fmla="*/ 7944 w 176007"/>
                    <a:gd name="connsiteY29" fmla="*/ 110447 h 162891"/>
                    <a:gd name="connsiteX30" fmla="*/ 167454 w 176007"/>
                    <a:gd name="connsiteY30" fmla="*/ 153632 h 162891"/>
                    <a:gd name="connsiteX31" fmla="*/ 55005 w 176007"/>
                    <a:gd name="connsiteY31" fmla="*/ 153632 h 162891"/>
                    <a:gd name="connsiteX32" fmla="*/ 55005 w 176007"/>
                    <a:gd name="connsiteY32" fmla="*/ 110447 h 162891"/>
                    <a:gd name="connsiteX33" fmla="*/ 167454 w 176007"/>
                    <a:gd name="connsiteY33" fmla="*/ 110447 h 162891"/>
                    <a:gd name="connsiteX34" fmla="*/ 167454 w 176007"/>
                    <a:gd name="connsiteY34" fmla="*/ 153632 h 162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76007" h="162891">
                      <a:moveTo>
                        <a:pt x="167454" y="102426"/>
                      </a:moveTo>
                      <a:lnTo>
                        <a:pt x="55005" y="102426"/>
                      </a:lnTo>
                      <a:lnTo>
                        <a:pt x="55005" y="59234"/>
                      </a:lnTo>
                      <a:lnTo>
                        <a:pt x="116119" y="59234"/>
                      </a:lnTo>
                      <a:cubicBezTo>
                        <a:pt x="114284" y="56147"/>
                        <a:pt x="113058" y="53677"/>
                        <a:pt x="111839" y="51213"/>
                      </a:cubicBezTo>
                      <a:lnTo>
                        <a:pt x="55005" y="51213"/>
                      </a:lnTo>
                      <a:lnTo>
                        <a:pt x="55005" y="8021"/>
                      </a:lnTo>
                      <a:lnTo>
                        <a:pt x="100841" y="8021"/>
                      </a:lnTo>
                      <a:lnTo>
                        <a:pt x="100841" y="0"/>
                      </a:lnTo>
                      <a:lnTo>
                        <a:pt x="0" y="0"/>
                      </a:lnTo>
                      <a:lnTo>
                        <a:pt x="0" y="162892"/>
                      </a:lnTo>
                      <a:lnTo>
                        <a:pt x="176008" y="162892"/>
                      </a:lnTo>
                      <a:lnTo>
                        <a:pt x="176008" y="106122"/>
                      </a:lnTo>
                      <a:lnTo>
                        <a:pt x="172953" y="104890"/>
                      </a:lnTo>
                      <a:cubicBezTo>
                        <a:pt x="171118" y="103658"/>
                        <a:pt x="169283" y="103042"/>
                        <a:pt x="167454" y="102426"/>
                      </a:cubicBezTo>
                      <a:close/>
                      <a:moveTo>
                        <a:pt x="7944" y="7405"/>
                      </a:moveTo>
                      <a:lnTo>
                        <a:pt x="47061" y="7405"/>
                      </a:lnTo>
                      <a:lnTo>
                        <a:pt x="47061" y="50597"/>
                      </a:lnTo>
                      <a:lnTo>
                        <a:pt x="7944" y="50597"/>
                      </a:lnTo>
                      <a:lnTo>
                        <a:pt x="7944" y="7405"/>
                      </a:lnTo>
                      <a:close/>
                      <a:moveTo>
                        <a:pt x="47061" y="58618"/>
                      </a:moveTo>
                      <a:lnTo>
                        <a:pt x="47061" y="101803"/>
                      </a:lnTo>
                      <a:lnTo>
                        <a:pt x="7944" y="101803"/>
                      </a:lnTo>
                      <a:lnTo>
                        <a:pt x="7944" y="58618"/>
                      </a:lnTo>
                      <a:lnTo>
                        <a:pt x="47061" y="58618"/>
                      </a:lnTo>
                      <a:close/>
                      <a:moveTo>
                        <a:pt x="7944" y="110447"/>
                      </a:moveTo>
                      <a:lnTo>
                        <a:pt x="47061" y="110447"/>
                      </a:lnTo>
                      <a:lnTo>
                        <a:pt x="47061" y="153632"/>
                      </a:lnTo>
                      <a:lnTo>
                        <a:pt x="7944" y="153632"/>
                      </a:lnTo>
                      <a:lnTo>
                        <a:pt x="7944" y="110447"/>
                      </a:lnTo>
                      <a:close/>
                      <a:moveTo>
                        <a:pt x="167454" y="153632"/>
                      </a:moveTo>
                      <a:lnTo>
                        <a:pt x="55005" y="153632"/>
                      </a:lnTo>
                      <a:lnTo>
                        <a:pt x="55005" y="110447"/>
                      </a:lnTo>
                      <a:lnTo>
                        <a:pt x="167454" y="110447"/>
                      </a:lnTo>
                      <a:lnTo>
                        <a:pt x="167454" y="153632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61" name="Freeform: Shape 471">
                  <a:extLst>
                    <a:ext uri="{FF2B5EF4-FFF2-40B4-BE49-F238E27FC236}">
                      <a16:creationId xmlns:a16="http://schemas.microsoft.com/office/drawing/2014/main" id="{2E369851-393E-4FC2-AEA6-018DC6E5AECD}"/>
                    </a:ext>
                  </a:extLst>
                </p:cNvPr>
                <p:cNvSpPr/>
                <p:nvPr/>
              </p:nvSpPr>
              <p:spPr>
                <a:xfrm>
                  <a:off x="3146697" y="3975663"/>
                  <a:ext cx="7943" cy="8021"/>
                </a:xfrm>
                <a:custGeom>
                  <a:avLst/>
                  <a:gdLst>
                    <a:gd name="connsiteX0" fmla="*/ 7944 w 7943"/>
                    <a:gd name="connsiteY0" fmla="*/ 0 h 8021"/>
                    <a:gd name="connsiteX1" fmla="*/ 0 w 7943"/>
                    <a:gd name="connsiteY1" fmla="*/ 0 h 8021"/>
                    <a:gd name="connsiteX2" fmla="*/ 0 w 7943"/>
                    <a:gd name="connsiteY2" fmla="*/ 8021 h 8021"/>
                    <a:gd name="connsiteX3" fmla="*/ 7944 w 7943"/>
                    <a:gd name="connsiteY3" fmla="*/ 8021 h 8021"/>
                    <a:gd name="connsiteX4" fmla="*/ 7944 w 7943"/>
                    <a:gd name="connsiteY4" fmla="*/ 0 h 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43" h="8021">
                      <a:moveTo>
                        <a:pt x="7944" y="0"/>
                      </a:moveTo>
                      <a:lnTo>
                        <a:pt x="0" y="0"/>
                      </a:lnTo>
                      <a:lnTo>
                        <a:pt x="0" y="8021"/>
                      </a:lnTo>
                      <a:lnTo>
                        <a:pt x="7944" y="8021"/>
                      </a:lnTo>
                      <a:lnTo>
                        <a:pt x="7944" y="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62" name="Freeform: Shape 472">
                  <a:extLst>
                    <a:ext uri="{FF2B5EF4-FFF2-40B4-BE49-F238E27FC236}">
                      <a16:creationId xmlns:a16="http://schemas.microsoft.com/office/drawing/2014/main" id="{6B433C47-7AC2-4DC0-9AA9-B6CB45D822E8}"/>
                    </a:ext>
                  </a:extLst>
                </p:cNvPr>
                <p:cNvSpPr/>
                <p:nvPr/>
              </p:nvSpPr>
              <p:spPr>
                <a:xfrm>
                  <a:off x="3114914" y="3957157"/>
                  <a:ext cx="26283" cy="26527"/>
                </a:xfrm>
                <a:custGeom>
                  <a:avLst/>
                  <a:gdLst>
                    <a:gd name="connsiteX0" fmla="*/ 6115 w 26283"/>
                    <a:gd name="connsiteY0" fmla="*/ 26527 h 26527"/>
                    <a:gd name="connsiteX1" fmla="*/ 13450 w 26283"/>
                    <a:gd name="connsiteY1" fmla="*/ 19122 h 26527"/>
                    <a:gd name="connsiteX2" fmla="*/ 20784 w 26283"/>
                    <a:gd name="connsiteY2" fmla="*/ 26527 h 26527"/>
                    <a:gd name="connsiteX3" fmla="*/ 26283 w 26283"/>
                    <a:gd name="connsiteY3" fmla="*/ 20360 h 26527"/>
                    <a:gd name="connsiteX4" fmla="*/ 18949 w 26283"/>
                    <a:gd name="connsiteY4" fmla="*/ 12955 h 26527"/>
                    <a:gd name="connsiteX5" fmla="*/ 26283 w 26283"/>
                    <a:gd name="connsiteY5" fmla="*/ 5551 h 26527"/>
                    <a:gd name="connsiteX6" fmla="*/ 20784 w 26283"/>
                    <a:gd name="connsiteY6" fmla="*/ 0 h 26527"/>
                    <a:gd name="connsiteX7" fmla="*/ 13450 w 26283"/>
                    <a:gd name="connsiteY7" fmla="*/ 7399 h 26527"/>
                    <a:gd name="connsiteX8" fmla="*/ 6115 w 26283"/>
                    <a:gd name="connsiteY8" fmla="*/ 0 h 26527"/>
                    <a:gd name="connsiteX9" fmla="*/ 0 w 26283"/>
                    <a:gd name="connsiteY9" fmla="*/ 5551 h 26527"/>
                    <a:gd name="connsiteX10" fmla="*/ 7334 w 26283"/>
                    <a:gd name="connsiteY10" fmla="*/ 12955 h 26527"/>
                    <a:gd name="connsiteX11" fmla="*/ 0 w 26283"/>
                    <a:gd name="connsiteY11" fmla="*/ 20360 h 26527"/>
                    <a:gd name="connsiteX12" fmla="*/ 6115 w 26283"/>
                    <a:gd name="connsiteY12" fmla="*/ 26527 h 26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6283" h="26527">
                      <a:moveTo>
                        <a:pt x="6115" y="26527"/>
                      </a:moveTo>
                      <a:lnTo>
                        <a:pt x="13450" y="19122"/>
                      </a:lnTo>
                      <a:lnTo>
                        <a:pt x="20784" y="26527"/>
                      </a:lnTo>
                      <a:lnTo>
                        <a:pt x="26283" y="20360"/>
                      </a:lnTo>
                      <a:lnTo>
                        <a:pt x="18949" y="12955"/>
                      </a:lnTo>
                      <a:lnTo>
                        <a:pt x="26283" y="5551"/>
                      </a:lnTo>
                      <a:lnTo>
                        <a:pt x="20784" y="0"/>
                      </a:lnTo>
                      <a:lnTo>
                        <a:pt x="13450" y="7399"/>
                      </a:lnTo>
                      <a:lnTo>
                        <a:pt x="6115" y="0"/>
                      </a:lnTo>
                      <a:lnTo>
                        <a:pt x="0" y="5551"/>
                      </a:lnTo>
                      <a:lnTo>
                        <a:pt x="7334" y="12955"/>
                      </a:lnTo>
                      <a:lnTo>
                        <a:pt x="0" y="20360"/>
                      </a:lnTo>
                      <a:lnTo>
                        <a:pt x="6115" y="26527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63" name="Freeform: Shape 473">
                  <a:extLst>
                    <a:ext uri="{FF2B5EF4-FFF2-40B4-BE49-F238E27FC236}">
                      <a16:creationId xmlns:a16="http://schemas.microsoft.com/office/drawing/2014/main" id="{2576A54C-E640-4D50-AADE-99246F0CDD24}"/>
                    </a:ext>
                  </a:extLst>
                </p:cNvPr>
                <p:cNvSpPr/>
                <p:nvPr/>
              </p:nvSpPr>
              <p:spPr>
                <a:xfrm>
                  <a:off x="3095362" y="3975663"/>
                  <a:ext cx="7943" cy="8021"/>
                </a:xfrm>
                <a:custGeom>
                  <a:avLst/>
                  <a:gdLst>
                    <a:gd name="connsiteX0" fmla="*/ 7944 w 7943"/>
                    <a:gd name="connsiteY0" fmla="*/ 0 h 8021"/>
                    <a:gd name="connsiteX1" fmla="*/ 0 w 7943"/>
                    <a:gd name="connsiteY1" fmla="*/ 0 h 8021"/>
                    <a:gd name="connsiteX2" fmla="*/ 0 w 7943"/>
                    <a:gd name="connsiteY2" fmla="*/ 8021 h 8021"/>
                    <a:gd name="connsiteX3" fmla="*/ 7944 w 7943"/>
                    <a:gd name="connsiteY3" fmla="*/ 8021 h 8021"/>
                    <a:gd name="connsiteX4" fmla="*/ 7944 w 7943"/>
                    <a:gd name="connsiteY4" fmla="*/ 0 h 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43" h="8021">
                      <a:moveTo>
                        <a:pt x="7944" y="0"/>
                      </a:moveTo>
                      <a:lnTo>
                        <a:pt x="0" y="0"/>
                      </a:lnTo>
                      <a:lnTo>
                        <a:pt x="0" y="8021"/>
                      </a:lnTo>
                      <a:lnTo>
                        <a:pt x="7944" y="8021"/>
                      </a:lnTo>
                      <a:lnTo>
                        <a:pt x="7944" y="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64" name="Freeform: Shape 474">
                  <a:extLst>
                    <a:ext uri="{FF2B5EF4-FFF2-40B4-BE49-F238E27FC236}">
                      <a16:creationId xmlns:a16="http://schemas.microsoft.com/office/drawing/2014/main" id="{CF789838-2AE7-43FF-8E92-89F496C55FB2}"/>
                    </a:ext>
                  </a:extLst>
                </p:cNvPr>
                <p:cNvSpPr/>
                <p:nvPr/>
              </p:nvSpPr>
              <p:spPr>
                <a:xfrm>
                  <a:off x="3064196" y="3957157"/>
                  <a:ext cx="26276" cy="26527"/>
                </a:xfrm>
                <a:custGeom>
                  <a:avLst/>
                  <a:gdLst>
                    <a:gd name="connsiteX0" fmla="*/ 0 w 26276"/>
                    <a:gd name="connsiteY0" fmla="*/ 20360 h 26527"/>
                    <a:gd name="connsiteX1" fmla="*/ 5499 w 26276"/>
                    <a:gd name="connsiteY1" fmla="*/ 26527 h 26527"/>
                    <a:gd name="connsiteX2" fmla="*/ 12834 w 26276"/>
                    <a:gd name="connsiteY2" fmla="*/ 19122 h 26527"/>
                    <a:gd name="connsiteX3" fmla="*/ 20168 w 26276"/>
                    <a:gd name="connsiteY3" fmla="*/ 26527 h 26527"/>
                    <a:gd name="connsiteX4" fmla="*/ 26277 w 26276"/>
                    <a:gd name="connsiteY4" fmla="*/ 20360 h 26527"/>
                    <a:gd name="connsiteX5" fmla="*/ 18943 w 26276"/>
                    <a:gd name="connsiteY5" fmla="*/ 12955 h 26527"/>
                    <a:gd name="connsiteX6" fmla="*/ 26277 w 26276"/>
                    <a:gd name="connsiteY6" fmla="*/ 5551 h 26527"/>
                    <a:gd name="connsiteX7" fmla="*/ 20168 w 26276"/>
                    <a:gd name="connsiteY7" fmla="*/ 0 h 26527"/>
                    <a:gd name="connsiteX8" fmla="*/ 12834 w 26276"/>
                    <a:gd name="connsiteY8" fmla="*/ 7399 h 26527"/>
                    <a:gd name="connsiteX9" fmla="*/ 5499 w 26276"/>
                    <a:gd name="connsiteY9" fmla="*/ 0 h 26527"/>
                    <a:gd name="connsiteX10" fmla="*/ 0 w 26276"/>
                    <a:gd name="connsiteY10" fmla="*/ 5551 h 26527"/>
                    <a:gd name="connsiteX11" fmla="*/ 7334 w 26276"/>
                    <a:gd name="connsiteY11" fmla="*/ 12955 h 26527"/>
                    <a:gd name="connsiteX12" fmla="*/ 0 w 26276"/>
                    <a:gd name="connsiteY12" fmla="*/ 20360 h 26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6276" h="26527">
                      <a:moveTo>
                        <a:pt x="0" y="20360"/>
                      </a:moveTo>
                      <a:lnTo>
                        <a:pt x="5499" y="26527"/>
                      </a:lnTo>
                      <a:lnTo>
                        <a:pt x="12834" y="19122"/>
                      </a:lnTo>
                      <a:lnTo>
                        <a:pt x="20168" y="26527"/>
                      </a:lnTo>
                      <a:lnTo>
                        <a:pt x="26277" y="20360"/>
                      </a:lnTo>
                      <a:lnTo>
                        <a:pt x="18943" y="12955"/>
                      </a:lnTo>
                      <a:lnTo>
                        <a:pt x="26277" y="5551"/>
                      </a:lnTo>
                      <a:lnTo>
                        <a:pt x="20168" y="0"/>
                      </a:lnTo>
                      <a:lnTo>
                        <a:pt x="12834" y="7399"/>
                      </a:lnTo>
                      <a:lnTo>
                        <a:pt x="5499" y="0"/>
                      </a:lnTo>
                      <a:lnTo>
                        <a:pt x="0" y="5551"/>
                      </a:lnTo>
                      <a:lnTo>
                        <a:pt x="7334" y="12955"/>
                      </a:lnTo>
                      <a:lnTo>
                        <a:pt x="0" y="2036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65" name="Freeform: Shape 475">
                  <a:extLst>
                    <a:ext uri="{FF2B5EF4-FFF2-40B4-BE49-F238E27FC236}">
                      <a16:creationId xmlns:a16="http://schemas.microsoft.com/office/drawing/2014/main" id="{E636B06B-1A55-4EC0-8607-35A712972406}"/>
                    </a:ext>
                  </a:extLst>
                </p:cNvPr>
                <p:cNvSpPr/>
                <p:nvPr/>
              </p:nvSpPr>
              <p:spPr>
                <a:xfrm>
                  <a:off x="3095362" y="3923840"/>
                  <a:ext cx="7943" cy="8021"/>
                </a:xfrm>
                <a:custGeom>
                  <a:avLst/>
                  <a:gdLst>
                    <a:gd name="connsiteX0" fmla="*/ 7944 w 7943"/>
                    <a:gd name="connsiteY0" fmla="*/ 0 h 8021"/>
                    <a:gd name="connsiteX1" fmla="*/ 0 w 7943"/>
                    <a:gd name="connsiteY1" fmla="*/ 0 h 8021"/>
                    <a:gd name="connsiteX2" fmla="*/ 0 w 7943"/>
                    <a:gd name="connsiteY2" fmla="*/ 8021 h 8021"/>
                    <a:gd name="connsiteX3" fmla="*/ 7944 w 7943"/>
                    <a:gd name="connsiteY3" fmla="*/ 8021 h 8021"/>
                    <a:gd name="connsiteX4" fmla="*/ 7944 w 7943"/>
                    <a:gd name="connsiteY4" fmla="*/ 0 h 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43" h="8021">
                      <a:moveTo>
                        <a:pt x="7944" y="0"/>
                      </a:moveTo>
                      <a:lnTo>
                        <a:pt x="0" y="0"/>
                      </a:lnTo>
                      <a:lnTo>
                        <a:pt x="0" y="8021"/>
                      </a:lnTo>
                      <a:lnTo>
                        <a:pt x="7944" y="8021"/>
                      </a:lnTo>
                      <a:lnTo>
                        <a:pt x="7944" y="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66" name="Freeform: Shape 476">
                  <a:extLst>
                    <a:ext uri="{FF2B5EF4-FFF2-40B4-BE49-F238E27FC236}">
                      <a16:creationId xmlns:a16="http://schemas.microsoft.com/office/drawing/2014/main" id="{15319FB7-358D-4119-B19B-3BF8A653B3BA}"/>
                    </a:ext>
                  </a:extLst>
                </p:cNvPr>
                <p:cNvSpPr/>
                <p:nvPr/>
              </p:nvSpPr>
              <p:spPr>
                <a:xfrm>
                  <a:off x="3064196" y="3905328"/>
                  <a:ext cx="26276" cy="26533"/>
                </a:xfrm>
                <a:custGeom>
                  <a:avLst/>
                  <a:gdLst>
                    <a:gd name="connsiteX0" fmla="*/ 0 w 26276"/>
                    <a:gd name="connsiteY0" fmla="*/ 20361 h 26533"/>
                    <a:gd name="connsiteX1" fmla="*/ 5499 w 26276"/>
                    <a:gd name="connsiteY1" fmla="*/ 26534 h 26533"/>
                    <a:gd name="connsiteX2" fmla="*/ 12834 w 26276"/>
                    <a:gd name="connsiteY2" fmla="*/ 19129 h 26533"/>
                    <a:gd name="connsiteX3" fmla="*/ 20168 w 26276"/>
                    <a:gd name="connsiteY3" fmla="*/ 26534 h 26533"/>
                    <a:gd name="connsiteX4" fmla="*/ 26277 w 26276"/>
                    <a:gd name="connsiteY4" fmla="*/ 20361 h 26533"/>
                    <a:gd name="connsiteX5" fmla="*/ 18943 w 26276"/>
                    <a:gd name="connsiteY5" fmla="*/ 12956 h 26533"/>
                    <a:gd name="connsiteX6" fmla="*/ 26277 w 26276"/>
                    <a:gd name="connsiteY6" fmla="*/ 5551 h 26533"/>
                    <a:gd name="connsiteX7" fmla="*/ 20168 w 26276"/>
                    <a:gd name="connsiteY7" fmla="*/ 0 h 26533"/>
                    <a:gd name="connsiteX8" fmla="*/ 12834 w 26276"/>
                    <a:gd name="connsiteY8" fmla="*/ 7405 h 26533"/>
                    <a:gd name="connsiteX9" fmla="*/ 5499 w 26276"/>
                    <a:gd name="connsiteY9" fmla="*/ 0 h 26533"/>
                    <a:gd name="connsiteX10" fmla="*/ 0 w 26276"/>
                    <a:gd name="connsiteY10" fmla="*/ 5551 h 26533"/>
                    <a:gd name="connsiteX11" fmla="*/ 7334 w 26276"/>
                    <a:gd name="connsiteY11" fmla="*/ 12956 h 26533"/>
                    <a:gd name="connsiteX12" fmla="*/ 0 w 26276"/>
                    <a:gd name="connsiteY12" fmla="*/ 20361 h 26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6276" h="26533">
                      <a:moveTo>
                        <a:pt x="0" y="20361"/>
                      </a:moveTo>
                      <a:lnTo>
                        <a:pt x="5499" y="26534"/>
                      </a:lnTo>
                      <a:lnTo>
                        <a:pt x="12834" y="19129"/>
                      </a:lnTo>
                      <a:lnTo>
                        <a:pt x="20168" y="26534"/>
                      </a:lnTo>
                      <a:lnTo>
                        <a:pt x="26277" y="20361"/>
                      </a:lnTo>
                      <a:lnTo>
                        <a:pt x="18943" y="12956"/>
                      </a:lnTo>
                      <a:lnTo>
                        <a:pt x="26277" y="5551"/>
                      </a:lnTo>
                      <a:lnTo>
                        <a:pt x="20168" y="0"/>
                      </a:lnTo>
                      <a:lnTo>
                        <a:pt x="12834" y="7405"/>
                      </a:lnTo>
                      <a:lnTo>
                        <a:pt x="5499" y="0"/>
                      </a:lnTo>
                      <a:lnTo>
                        <a:pt x="0" y="5551"/>
                      </a:lnTo>
                      <a:lnTo>
                        <a:pt x="7334" y="12956"/>
                      </a:lnTo>
                      <a:lnTo>
                        <a:pt x="0" y="20361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67" name="Freeform: Shape 477">
                  <a:extLst>
                    <a:ext uri="{FF2B5EF4-FFF2-40B4-BE49-F238E27FC236}">
                      <a16:creationId xmlns:a16="http://schemas.microsoft.com/office/drawing/2014/main" id="{F793F1BC-D9B0-40C5-9D86-48019B4AAD67}"/>
                    </a:ext>
                  </a:extLst>
                </p:cNvPr>
                <p:cNvSpPr/>
                <p:nvPr/>
              </p:nvSpPr>
              <p:spPr>
                <a:xfrm>
                  <a:off x="3093527" y="3872011"/>
                  <a:ext cx="7944" cy="8637"/>
                </a:xfrm>
                <a:custGeom>
                  <a:avLst/>
                  <a:gdLst>
                    <a:gd name="connsiteX0" fmla="*/ 0 w 7944"/>
                    <a:gd name="connsiteY0" fmla="*/ 8637 h 8637"/>
                    <a:gd name="connsiteX1" fmla="*/ 7944 w 7944"/>
                    <a:gd name="connsiteY1" fmla="*/ 8637 h 8637"/>
                    <a:gd name="connsiteX2" fmla="*/ 7944 w 7944"/>
                    <a:gd name="connsiteY2" fmla="*/ 616 h 8637"/>
                    <a:gd name="connsiteX3" fmla="*/ 7944 w 7944"/>
                    <a:gd name="connsiteY3" fmla="*/ 0 h 8637"/>
                    <a:gd name="connsiteX4" fmla="*/ 0 w 7944"/>
                    <a:gd name="connsiteY4" fmla="*/ 0 h 8637"/>
                    <a:gd name="connsiteX5" fmla="*/ 0 w 7944"/>
                    <a:gd name="connsiteY5" fmla="*/ 8637 h 86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944" h="8637">
                      <a:moveTo>
                        <a:pt x="0" y="8637"/>
                      </a:moveTo>
                      <a:lnTo>
                        <a:pt x="7944" y="8637"/>
                      </a:lnTo>
                      <a:lnTo>
                        <a:pt x="7944" y="616"/>
                      </a:lnTo>
                      <a:cubicBezTo>
                        <a:pt x="7944" y="616"/>
                        <a:pt x="7944" y="616"/>
                        <a:pt x="7944" y="0"/>
                      </a:cubicBezTo>
                      <a:lnTo>
                        <a:pt x="0" y="0"/>
                      </a:lnTo>
                      <a:lnTo>
                        <a:pt x="0" y="8637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68" name="Freeform: Shape 478">
                  <a:extLst>
                    <a:ext uri="{FF2B5EF4-FFF2-40B4-BE49-F238E27FC236}">
                      <a16:creationId xmlns:a16="http://schemas.microsoft.com/office/drawing/2014/main" id="{E39F231E-56D7-4BB0-81A3-5C71CB90ABC3}"/>
                    </a:ext>
                  </a:extLst>
                </p:cNvPr>
                <p:cNvSpPr/>
                <p:nvPr/>
              </p:nvSpPr>
              <p:spPr>
                <a:xfrm>
                  <a:off x="3061751" y="3853499"/>
                  <a:ext cx="26276" cy="26527"/>
                </a:xfrm>
                <a:custGeom>
                  <a:avLst/>
                  <a:gdLst>
                    <a:gd name="connsiteX0" fmla="*/ 0 w 26276"/>
                    <a:gd name="connsiteY0" fmla="*/ 20977 h 26527"/>
                    <a:gd name="connsiteX1" fmla="*/ 6109 w 26276"/>
                    <a:gd name="connsiteY1" fmla="*/ 26527 h 26527"/>
                    <a:gd name="connsiteX2" fmla="*/ 13443 w 26276"/>
                    <a:gd name="connsiteY2" fmla="*/ 19129 h 26527"/>
                    <a:gd name="connsiteX3" fmla="*/ 20778 w 26276"/>
                    <a:gd name="connsiteY3" fmla="*/ 26527 h 26527"/>
                    <a:gd name="connsiteX4" fmla="*/ 26277 w 26276"/>
                    <a:gd name="connsiteY4" fmla="*/ 20977 h 26527"/>
                    <a:gd name="connsiteX5" fmla="*/ 18942 w 26276"/>
                    <a:gd name="connsiteY5" fmla="*/ 13572 h 26527"/>
                    <a:gd name="connsiteX6" fmla="*/ 26277 w 26276"/>
                    <a:gd name="connsiteY6" fmla="*/ 6167 h 26527"/>
                    <a:gd name="connsiteX7" fmla="*/ 20778 w 26276"/>
                    <a:gd name="connsiteY7" fmla="*/ 0 h 26527"/>
                    <a:gd name="connsiteX8" fmla="*/ 13443 w 26276"/>
                    <a:gd name="connsiteY8" fmla="*/ 7405 h 26527"/>
                    <a:gd name="connsiteX9" fmla="*/ 6109 w 26276"/>
                    <a:gd name="connsiteY9" fmla="*/ 0 h 26527"/>
                    <a:gd name="connsiteX10" fmla="*/ 0 w 26276"/>
                    <a:gd name="connsiteY10" fmla="*/ 6167 h 26527"/>
                    <a:gd name="connsiteX11" fmla="*/ 7334 w 26276"/>
                    <a:gd name="connsiteY11" fmla="*/ 13572 h 26527"/>
                    <a:gd name="connsiteX12" fmla="*/ 0 w 26276"/>
                    <a:gd name="connsiteY12" fmla="*/ 20977 h 26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6276" h="26527">
                      <a:moveTo>
                        <a:pt x="0" y="20977"/>
                      </a:moveTo>
                      <a:lnTo>
                        <a:pt x="6109" y="26527"/>
                      </a:lnTo>
                      <a:lnTo>
                        <a:pt x="13443" y="19129"/>
                      </a:lnTo>
                      <a:lnTo>
                        <a:pt x="20778" y="26527"/>
                      </a:lnTo>
                      <a:lnTo>
                        <a:pt x="26277" y="20977"/>
                      </a:lnTo>
                      <a:lnTo>
                        <a:pt x="18942" y="13572"/>
                      </a:lnTo>
                      <a:lnTo>
                        <a:pt x="26277" y="6167"/>
                      </a:lnTo>
                      <a:lnTo>
                        <a:pt x="20778" y="0"/>
                      </a:lnTo>
                      <a:lnTo>
                        <a:pt x="13443" y="7405"/>
                      </a:lnTo>
                      <a:lnTo>
                        <a:pt x="6109" y="0"/>
                      </a:lnTo>
                      <a:lnTo>
                        <a:pt x="0" y="6167"/>
                      </a:lnTo>
                      <a:lnTo>
                        <a:pt x="7334" y="13572"/>
                      </a:lnTo>
                      <a:lnTo>
                        <a:pt x="0" y="20977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69" name="Freeform: Shape 479">
                  <a:extLst>
                    <a:ext uri="{FF2B5EF4-FFF2-40B4-BE49-F238E27FC236}">
                      <a16:creationId xmlns:a16="http://schemas.microsoft.com/office/drawing/2014/main" id="{E9910C8E-21BC-498F-89B7-3AC561D05E1E}"/>
                    </a:ext>
                  </a:extLst>
                </p:cNvPr>
                <p:cNvSpPr/>
                <p:nvPr/>
              </p:nvSpPr>
              <p:spPr>
                <a:xfrm>
                  <a:off x="3103916" y="3756630"/>
                  <a:ext cx="136280" cy="180165"/>
                </a:xfrm>
                <a:custGeom>
                  <a:avLst/>
                  <a:gdLst>
                    <a:gd name="connsiteX0" fmla="*/ 0 w 136280"/>
                    <a:gd name="connsiteY0" fmla="*/ 28998 h 180165"/>
                    <a:gd name="connsiteX1" fmla="*/ 0 w 136280"/>
                    <a:gd name="connsiteY1" fmla="*/ 92550 h 180165"/>
                    <a:gd name="connsiteX2" fmla="*/ 8560 w 136280"/>
                    <a:gd name="connsiteY2" fmla="*/ 127098 h 180165"/>
                    <a:gd name="connsiteX3" fmla="*/ 67229 w 136280"/>
                    <a:gd name="connsiteY3" fmla="*/ 179543 h 180165"/>
                    <a:gd name="connsiteX4" fmla="*/ 68449 w 136280"/>
                    <a:gd name="connsiteY4" fmla="*/ 180166 h 180165"/>
                    <a:gd name="connsiteX5" fmla="*/ 69668 w 136280"/>
                    <a:gd name="connsiteY5" fmla="*/ 179543 h 180165"/>
                    <a:gd name="connsiteX6" fmla="*/ 127727 w 136280"/>
                    <a:gd name="connsiteY6" fmla="*/ 127098 h 180165"/>
                    <a:gd name="connsiteX7" fmla="*/ 136281 w 136280"/>
                    <a:gd name="connsiteY7" fmla="*/ 92550 h 180165"/>
                    <a:gd name="connsiteX8" fmla="*/ 136281 w 136280"/>
                    <a:gd name="connsiteY8" fmla="*/ 28998 h 180165"/>
                    <a:gd name="connsiteX9" fmla="*/ 68449 w 136280"/>
                    <a:gd name="connsiteY9" fmla="*/ 0 h 180165"/>
                    <a:gd name="connsiteX10" fmla="*/ 0 w 136280"/>
                    <a:gd name="connsiteY10" fmla="*/ 28998 h 180165"/>
                    <a:gd name="connsiteX11" fmla="*/ 128953 w 136280"/>
                    <a:gd name="connsiteY11" fmla="*/ 92550 h 180165"/>
                    <a:gd name="connsiteX12" fmla="*/ 69058 w 136280"/>
                    <a:gd name="connsiteY12" fmla="*/ 170906 h 180165"/>
                    <a:gd name="connsiteX13" fmla="*/ 16504 w 136280"/>
                    <a:gd name="connsiteY13" fmla="*/ 124018 h 180165"/>
                    <a:gd name="connsiteX14" fmla="*/ 8560 w 136280"/>
                    <a:gd name="connsiteY14" fmla="*/ 92550 h 180165"/>
                    <a:gd name="connsiteX15" fmla="*/ 8560 w 136280"/>
                    <a:gd name="connsiteY15" fmla="*/ 34548 h 180165"/>
                    <a:gd name="connsiteX16" fmla="*/ 69058 w 136280"/>
                    <a:gd name="connsiteY16" fmla="*/ 8637 h 180165"/>
                    <a:gd name="connsiteX17" fmla="*/ 128953 w 136280"/>
                    <a:gd name="connsiteY17" fmla="*/ 34548 h 180165"/>
                    <a:gd name="connsiteX18" fmla="*/ 128953 w 136280"/>
                    <a:gd name="connsiteY18" fmla="*/ 92550 h 1801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36280" h="180165">
                      <a:moveTo>
                        <a:pt x="0" y="28998"/>
                      </a:moveTo>
                      <a:lnTo>
                        <a:pt x="0" y="92550"/>
                      </a:lnTo>
                      <a:cubicBezTo>
                        <a:pt x="0" y="93166"/>
                        <a:pt x="616" y="108592"/>
                        <a:pt x="8560" y="127098"/>
                      </a:cubicBezTo>
                      <a:cubicBezTo>
                        <a:pt x="16504" y="144379"/>
                        <a:pt x="33002" y="167204"/>
                        <a:pt x="67229" y="179543"/>
                      </a:cubicBezTo>
                      <a:lnTo>
                        <a:pt x="68449" y="180166"/>
                      </a:lnTo>
                      <a:lnTo>
                        <a:pt x="69668" y="179543"/>
                      </a:lnTo>
                      <a:cubicBezTo>
                        <a:pt x="103895" y="167204"/>
                        <a:pt x="120393" y="144379"/>
                        <a:pt x="127727" y="127098"/>
                      </a:cubicBezTo>
                      <a:cubicBezTo>
                        <a:pt x="136281" y="108592"/>
                        <a:pt x="136281" y="93166"/>
                        <a:pt x="136281" y="92550"/>
                      </a:cubicBezTo>
                      <a:lnTo>
                        <a:pt x="136281" y="28998"/>
                      </a:lnTo>
                      <a:lnTo>
                        <a:pt x="68449" y="0"/>
                      </a:lnTo>
                      <a:lnTo>
                        <a:pt x="0" y="28998"/>
                      </a:lnTo>
                      <a:close/>
                      <a:moveTo>
                        <a:pt x="128953" y="92550"/>
                      </a:moveTo>
                      <a:cubicBezTo>
                        <a:pt x="128953" y="93166"/>
                        <a:pt x="127727" y="148697"/>
                        <a:pt x="69058" y="170906"/>
                      </a:cubicBezTo>
                      <a:cubicBezTo>
                        <a:pt x="44616" y="161653"/>
                        <a:pt x="26893" y="145611"/>
                        <a:pt x="16504" y="124018"/>
                      </a:cubicBezTo>
                      <a:cubicBezTo>
                        <a:pt x="8560" y="107354"/>
                        <a:pt x="8560" y="92550"/>
                        <a:pt x="8560" y="92550"/>
                      </a:cubicBezTo>
                      <a:lnTo>
                        <a:pt x="8560" y="34548"/>
                      </a:lnTo>
                      <a:lnTo>
                        <a:pt x="69058" y="8637"/>
                      </a:lnTo>
                      <a:lnTo>
                        <a:pt x="128953" y="34548"/>
                      </a:lnTo>
                      <a:lnTo>
                        <a:pt x="128953" y="9255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70" name="Freeform: Shape 480">
                  <a:extLst>
                    <a:ext uri="{FF2B5EF4-FFF2-40B4-BE49-F238E27FC236}">
                      <a16:creationId xmlns:a16="http://schemas.microsoft.com/office/drawing/2014/main" id="{FADB045F-1B22-4DA0-813D-A6CAB96CE485}"/>
                    </a:ext>
                  </a:extLst>
                </p:cNvPr>
                <p:cNvSpPr/>
                <p:nvPr/>
              </p:nvSpPr>
              <p:spPr>
                <a:xfrm>
                  <a:off x="3133254" y="3857817"/>
                  <a:ext cx="31776" cy="8021"/>
                </a:xfrm>
                <a:custGeom>
                  <a:avLst/>
                  <a:gdLst>
                    <a:gd name="connsiteX0" fmla="*/ 31776 w 31776"/>
                    <a:gd name="connsiteY0" fmla="*/ 0 h 8021"/>
                    <a:gd name="connsiteX1" fmla="*/ 0 w 31776"/>
                    <a:gd name="connsiteY1" fmla="*/ 0 h 8021"/>
                    <a:gd name="connsiteX2" fmla="*/ 0 w 31776"/>
                    <a:gd name="connsiteY2" fmla="*/ 8021 h 8021"/>
                    <a:gd name="connsiteX3" fmla="*/ 31776 w 31776"/>
                    <a:gd name="connsiteY3" fmla="*/ 8021 h 8021"/>
                    <a:gd name="connsiteX4" fmla="*/ 31776 w 31776"/>
                    <a:gd name="connsiteY4" fmla="*/ 0 h 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76" h="8021">
                      <a:moveTo>
                        <a:pt x="31776" y="0"/>
                      </a:moveTo>
                      <a:lnTo>
                        <a:pt x="0" y="0"/>
                      </a:lnTo>
                      <a:lnTo>
                        <a:pt x="0" y="8021"/>
                      </a:lnTo>
                      <a:lnTo>
                        <a:pt x="31776" y="8021"/>
                      </a:lnTo>
                      <a:lnTo>
                        <a:pt x="31776" y="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71" name="Freeform: Shape 481">
                  <a:extLst>
                    <a:ext uri="{FF2B5EF4-FFF2-40B4-BE49-F238E27FC236}">
                      <a16:creationId xmlns:a16="http://schemas.microsoft.com/office/drawing/2014/main" id="{BC50D688-0483-4BCB-8266-EE7655AF15AE}"/>
                    </a:ext>
                  </a:extLst>
                </p:cNvPr>
                <p:cNvSpPr/>
                <p:nvPr/>
              </p:nvSpPr>
              <p:spPr>
                <a:xfrm>
                  <a:off x="3133254" y="3816480"/>
                  <a:ext cx="31776" cy="8021"/>
                </a:xfrm>
                <a:custGeom>
                  <a:avLst/>
                  <a:gdLst>
                    <a:gd name="connsiteX0" fmla="*/ 31776 w 31776"/>
                    <a:gd name="connsiteY0" fmla="*/ 0 h 8021"/>
                    <a:gd name="connsiteX1" fmla="*/ 0 w 31776"/>
                    <a:gd name="connsiteY1" fmla="*/ 0 h 8021"/>
                    <a:gd name="connsiteX2" fmla="*/ 0 w 31776"/>
                    <a:gd name="connsiteY2" fmla="*/ 8021 h 8021"/>
                    <a:gd name="connsiteX3" fmla="*/ 31776 w 31776"/>
                    <a:gd name="connsiteY3" fmla="*/ 8021 h 8021"/>
                    <a:gd name="connsiteX4" fmla="*/ 31776 w 31776"/>
                    <a:gd name="connsiteY4" fmla="*/ 0 h 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76" h="8021">
                      <a:moveTo>
                        <a:pt x="31776" y="0"/>
                      </a:moveTo>
                      <a:lnTo>
                        <a:pt x="0" y="0"/>
                      </a:lnTo>
                      <a:lnTo>
                        <a:pt x="0" y="8021"/>
                      </a:lnTo>
                      <a:lnTo>
                        <a:pt x="31776" y="8021"/>
                      </a:lnTo>
                      <a:lnTo>
                        <a:pt x="31776" y="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72" name="Freeform: Shape 482">
                  <a:extLst>
                    <a:ext uri="{FF2B5EF4-FFF2-40B4-BE49-F238E27FC236}">
                      <a16:creationId xmlns:a16="http://schemas.microsoft.com/office/drawing/2014/main" id="{45019ABC-28A1-43C1-8FCE-F8F9BCE32E62}"/>
                    </a:ext>
                  </a:extLst>
                </p:cNvPr>
                <p:cNvSpPr/>
                <p:nvPr/>
              </p:nvSpPr>
              <p:spPr>
                <a:xfrm>
                  <a:off x="3177864" y="3807220"/>
                  <a:ext cx="35446" cy="29004"/>
                </a:xfrm>
                <a:custGeom>
                  <a:avLst/>
                  <a:gdLst>
                    <a:gd name="connsiteX0" fmla="*/ 29947 w 35446"/>
                    <a:gd name="connsiteY0" fmla="*/ 0 h 29004"/>
                    <a:gd name="connsiteX1" fmla="*/ 12224 w 35446"/>
                    <a:gd name="connsiteY1" fmla="*/ 17281 h 29004"/>
                    <a:gd name="connsiteX2" fmla="*/ 6109 w 35446"/>
                    <a:gd name="connsiteY2" fmla="*/ 11108 h 29004"/>
                    <a:gd name="connsiteX3" fmla="*/ 0 w 35446"/>
                    <a:gd name="connsiteY3" fmla="*/ 16665 h 29004"/>
                    <a:gd name="connsiteX4" fmla="*/ 12224 w 35446"/>
                    <a:gd name="connsiteY4" fmla="*/ 29004 h 29004"/>
                    <a:gd name="connsiteX5" fmla="*/ 35447 w 35446"/>
                    <a:gd name="connsiteY5" fmla="*/ 5557 h 29004"/>
                    <a:gd name="connsiteX6" fmla="*/ 29947 w 35446"/>
                    <a:gd name="connsiteY6" fmla="*/ 0 h 290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5446" h="29004">
                      <a:moveTo>
                        <a:pt x="29947" y="0"/>
                      </a:moveTo>
                      <a:lnTo>
                        <a:pt x="12224" y="17281"/>
                      </a:lnTo>
                      <a:lnTo>
                        <a:pt x="6109" y="11108"/>
                      </a:lnTo>
                      <a:lnTo>
                        <a:pt x="0" y="16665"/>
                      </a:lnTo>
                      <a:lnTo>
                        <a:pt x="12224" y="29004"/>
                      </a:lnTo>
                      <a:lnTo>
                        <a:pt x="35447" y="5557"/>
                      </a:lnTo>
                      <a:lnTo>
                        <a:pt x="29947" y="0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73" name="Freeform: Shape 484">
                  <a:extLst>
                    <a:ext uri="{FF2B5EF4-FFF2-40B4-BE49-F238E27FC236}">
                      <a16:creationId xmlns:a16="http://schemas.microsoft.com/office/drawing/2014/main" id="{D7D68139-6C73-47F4-835E-35D89F77ED91}"/>
                    </a:ext>
                  </a:extLst>
                </p:cNvPr>
                <p:cNvSpPr/>
                <p:nvPr/>
              </p:nvSpPr>
              <p:spPr>
                <a:xfrm>
                  <a:off x="3133254" y="3836841"/>
                  <a:ext cx="31776" cy="8636"/>
                </a:xfrm>
                <a:custGeom>
                  <a:avLst/>
                  <a:gdLst>
                    <a:gd name="connsiteX0" fmla="*/ 0 w 31776"/>
                    <a:gd name="connsiteY0" fmla="*/ 8637 h 8636"/>
                    <a:gd name="connsiteX1" fmla="*/ 30550 w 31776"/>
                    <a:gd name="connsiteY1" fmla="*/ 8637 h 8636"/>
                    <a:gd name="connsiteX2" fmla="*/ 31776 w 31776"/>
                    <a:gd name="connsiteY2" fmla="*/ 8637 h 8636"/>
                    <a:gd name="connsiteX3" fmla="*/ 31776 w 31776"/>
                    <a:gd name="connsiteY3" fmla="*/ 0 h 8636"/>
                    <a:gd name="connsiteX4" fmla="*/ 0 w 31776"/>
                    <a:gd name="connsiteY4" fmla="*/ 0 h 8636"/>
                    <a:gd name="connsiteX5" fmla="*/ 0 w 31776"/>
                    <a:gd name="connsiteY5" fmla="*/ 8637 h 8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776" h="8636">
                      <a:moveTo>
                        <a:pt x="0" y="8637"/>
                      </a:moveTo>
                      <a:lnTo>
                        <a:pt x="30550" y="8637"/>
                      </a:lnTo>
                      <a:lnTo>
                        <a:pt x="31776" y="8637"/>
                      </a:lnTo>
                      <a:lnTo>
                        <a:pt x="31776" y="0"/>
                      </a:lnTo>
                      <a:lnTo>
                        <a:pt x="0" y="0"/>
                      </a:lnTo>
                      <a:lnTo>
                        <a:pt x="0" y="8637"/>
                      </a:lnTo>
                      <a:close/>
                    </a:path>
                  </a:pathLst>
                </a:custGeom>
                <a:solidFill>
                  <a:srgbClr val="AE562C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574" name="Graphic 2">
              <a:extLst>
                <a:ext uri="{FF2B5EF4-FFF2-40B4-BE49-F238E27FC236}">
                  <a16:creationId xmlns:a16="http://schemas.microsoft.com/office/drawing/2014/main" id="{CDC6245B-07D6-4ABB-AF67-9D55AF965111}"/>
                </a:ext>
              </a:extLst>
            </p:cNvPr>
            <p:cNvGrpSpPr/>
            <p:nvPr/>
          </p:nvGrpSpPr>
          <p:grpSpPr>
            <a:xfrm>
              <a:off x="2706761" y="3966031"/>
              <a:ext cx="778584" cy="328863"/>
              <a:chOff x="2706761" y="3966031"/>
              <a:chExt cx="778584" cy="328863"/>
            </a:xfrm>
            <a:solidFill>
              <a:srgbClr val="000000"/>
            </a:solidFill>
          </p:grpSpPr>
          <p:sp>
            <p:nvSpPr>
              <p:cNvPr id="1575" name="TextBox 487">
                <a:extLst>
                  <a:ext uri="{FF2B5EF4-FFF2-40B4-BE49-F238E27FC236}">
                    <a16:creationId xmlns:a16="http://schemas.microsoft.com/office/drawing/2014/main" id="{5F952071-8AE3-4064-A5FD-7865E3606944}"/>
                  </a:ext>
                </a:extLst>
              </p:cNvPr>
              <p:cNvSpPr txBox="1"/>
              <p:nvPr/>
            </p:nvSpPr>
            <p:spPr>
              <a:xfrm>
                <a:off x="2757034" y="3966031"/>
                <a:ext cx="728311" cy="226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 </a:t>
                </a:r>
              </a:p>
            </p:txBody>
          </p:sp>
          <p:sp>
            <p:nvSpPr>
              <p:cNvPr id="1576" name="TextBox 488">
                <a:extLst>
                  <a:ext uri="{FF2B5EF4-FFF2-40B4-BE49-F238E27FC236}">
                    <a16:creationId xmlns:a16="http://schemas.microsoft.com/office/drawing/2014/main" id="{8905C1FF-06C8-4721-8E32-C3CCC27A2DB9}"/>
                  </a:ext>
                </a:extLst>
              </p:cNvPr>
              <p:cNvSpPr txBox="1"/>
              <p:nvPr/>
            </p:nvSpPr>
            <p:spPr>
              <a:xfrm>
                <a:off x="2938913" y="4068701"/>
                <a:ext cx="362551" cy="226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 </a:t>
                </a:r>
              </a:p>
            </p:txBody>
          </p:sp>
          <p:sp>
            <p:nvSpPr>
              <p:cNvPr id="1577" name="TextBox 489">
                <a:extLst>
                  <a:ext uri="{FF2B5EF4-FFF2-40B4-BE49-F238E27FC236}">
                    <a16:creationId xmlns:a16="http://schemas.microsoft.com/office/drawing/2014/main" id="{51179850-904C-4773-8D60-6A54BF3861CE}"/>
                  </a:ext>
                </a:extLst>
              </p:cNvPr>
              <p:cNvSpPr txBox="1"/>
              <p:nvPr/>
            </p:nvSpPr>
            <p:spPr>
              <a:xfrm>
                <a:off x="2706761" y="4005820"/>
                <a:ext cx="741146" cy="2261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b="1" spc="0" baseline="0" dirty="0"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RT + SL</a:t>
                </a:r>
                <a:endParaRPr lang="en-US" sz="900" spc="0" baseline="0" dirty="0"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endParaRPr>
              </a:p>
            </p:txBody>
          </p:sp>
        </p:grpSp>
      </p:grpSp>
      <p:grpSp>
        <p:nvGrpSpPr>
          <p:cNvPr id="1578" name="Graphic 3">
            <a:extLst>
              <a:ext uri="{FF2B5EF4-FFF2-40B4-BE49-F238E27FC236}">
                <a16:creationId xmlns:a16="http://schemas.microsoft.com/office/drawing/2014/main" id="{FC657C3C-A59E-20CF-66C6-4398525CA916}"/>
              </a:ext>
            </a:extLst>
          </p:cNvPr>
          <p:cNvGrpSpPr/>
          <p:nvPr/>
        </p:nvGrpSpPr>
        <p:grpSpPr>
          <a:xfrm>
            <a:off x="4363031" y="1592787"/>
            <a:ext cx="798937" cy="782379"/>
            <a:chOff x="5916714" y="2634912"/>
            <a:chExt cx="537327" cy="561508"/>
          </a:xfrm>
        </p:grpSpPr>
        <p:grpSp>
          <p:nvGrpSpPr>
            <p:cNvPr id="1579" name="Graphic 3">
              <a:extLst>
                <a:ext uri="{FF2B5EF4-FFF2-40B4-BE49-F238E27FC236}">
                  <a16:creationId xmlns:a16="http://schemas.microsoft.com/office/drawing/2014/main" id="{4F3BF647-9643-159F-1664-B2B4E1299A49}"/>
                </a:ext>
              </a:extLst>
            </p:cNvPr>
            <p:cNvGrpSpPr/>
            <p:nvPr/>
          </p:nvGrpSpPr>
          <p:grpSpPr>
            <a:xfrm>
              <a:off x="6060330" y="2634912"/>
              <a:ext cx="247022" cy="385010"/>
              <a:chOff x="6060330" y="2634912"/>
              <a:chExt cx="247022" cy="385010"/>
            </a:xfrm>
          </p:grpSpPr>
          <p:grpSp>
            <p:nvGrpSpPr>
              <p:cNvPr id="1580" name="Graphic 3">
                <a:extLst>
                  <a:ext uri="{FF2B5EF4-FFF2-40B4-BE49-F238E27FC236}">
                    <a16:creationId xmlns:a16="http://schemas.microsoft.com/office/drawing/2014/main" id="{57FD91FF-70AA-10D5-BD64-1482CECE2B1A}"/>
                  </a:ext>
                </a:extLst>
              </p:cNvPr>
              <p:cNvGrpSpPr/>
              <p:nvPr/>
            </p:nvGrpSpPr>
            <p:grpSpPr>
              <a:xfrm>
                <a:off x="6060330" y="2634912"/>
                <a:ext cx="247022" cy="385010"/>
                <a:chOff x="6060330" y="2634912"/>
                <a:chExt cx="247022" cy="385010"/>
              </a:xfrm>
            </p:grpSpPr>
            <p:grpSp>
              <p:nvGrpSpPr>
                <p:cNvPr id="1581" name="Graphic 3">
                  <a:extLst>
                    <a:ext uri="{FF2B5EF4-FFF2-40B4-BE49-F238E27FC236}">
                      <a16:creationId xmlns:a16="http://schemas.microsoft.com/office/drawing/2014/main" id="{F0E1279B-7BE1-14CC-67A3-797BE8A7476F}"/>
                    </a:ext>
                  </a:extLst>
                </p:cNvPr>
                <p:cNvGrpSpPr/>
                <p:nvPr/>
              </p:nvGrpSpPr>
              <p:grpSpPr>
                <a:xfrm>
                  <a:off x="6060330" y="2634912"/>
                  <a:ext cx="247022" cy="385010"/>
                  <a:chOff x="6060330" y="2634912"/>
                  <a:chExt cx="247022" cy="385010"/>
                </a:xfrm>
                <a:solidFill>
                  <a:srgbClr val="FFFFFF"/>
                </a:solidFill>
              </p:grpSpPr>
              <p:sp>
                <p:nvSpPr>
                  <p:cNvPr id="1582" name="Freeform: Shape 850">
                    <a:extLst>
                      <a:ext uri="{FF2B5EF4-FFF2-40B4-BE49-F238E27FC236}">
                        <a16:creationId xmlns:a16="http://schemas.microsoft.com/office/drawing/2014/main" id="{5D467584-4A98-940B-212B-6EB27786BC4C}"/>
                      </a:ext>
                    </a:extLst>
                  </p:cNvPr>
                  <p:cNvSpPr/>
                  <p:nvPr/>
                </p:nvSpPr>
                <p:spPr>
                  <a:xfrm>
                    <a:off x="6064918" y="2639493"/>
                    <a:ext cx="237902" cy="375847"/>
                  </a:xfrm>
                  <a:custGeom>
                    <a:avLst/>
                    <a:gdLst>
                      <a:gd name="connsiteX0" fmla="*/ 183657 w 237902"/>
                      <a:gd name="connsiteY0" fmla="*/ 375847 h 375847"/>
                      <a:gd name="connsiteX1" fmla="*/ 149711 w 237902"/>
                      <a:gd name="connsiteY1" fmla="*/ 363931 h 375847"/>
                      <a:gd name="connsiteX2" fmla="*/ 0 w 237902"/>
                      <a:gd name="connsiteY2" fmla="*/ 363931 h 375847"/>
                      <a:gd name="connsiteX3" fmla="*/ 0 w 237902"/>
                      <a:gd name="connsiteY3" fmla="*/ 302509 h 375847"/>
                      <a:gd name="connsiteX4" fmla="*/ 16536 w 237902"/>
                      <a:gd name="connsiteY4" fmla="*/ 302509 h 375847"/>
                      <a:gd name="connsiteX5" fmla="*/ 22042 w 237902"/>
                      <a:gd name="connsiteY5" fmla="*/ 178754 h 375847"/>
                      <a:gd name="connsiteX6" fmla="*/ 5512 w 237902"/>
                      <a:gd name="connsiteY6" fmla="*/ 158592 h 375847"/>
                      <a:gd name="connsiteX7" fmla="*/ 5512 w 237902"/>
                      <a:gd name="connsiteY7" fmla="*/ 80673 h 375847"/>
                      <a:gd name="connsiteX8" fmla="*/ 63340 w 237902"/>
                      <a:gd name="connsiteY8" fmla="*/ 80673 h 375847"/>
                      <a:gd name="connsiteX9" fmla="*/ 63340 w 237902"/>
                      <a:gd name="connsiteY9" fmla="*/ 108169 h 375847"/>
                      <a:gd name="connsiteX10" fmla="*/ 73479 w 237902"/>
                      <a:gd name="connsiteY10" fmla="*/ 108169 h 375847"/>
                      <a:gd name="connsiteX11" fmla="*/ 73479 w 237902"/>
                      <a:gd name="connsiteY11" fmla="*/ 80673 h 375847"/>
                      <a:gd name="connsiteX12" fmla="*/ 90933 w 237902"/>
                      <a:gd name="connsiteY12" fmla="*/ 80673 h 375847"/>
                      <a:gd name="connsiteX13" fmla="*/ 90933 w 237902"/>
                      <a:gd name="connsiteY13" fmla="*/ 0 h 375847"/>
                      <a:gd name="connsiteX14" fmla="*/ 146952 w 237902"/>
                      <a:gd name="connsiteY14" fmla="*/ 0 h 375847"/>
                      <a:gd name="connsiteX15" fmla="*/ 166203 w 237902"/>
                      <a:gd name="connsiteY15" fmla="*/ 15587 h 375847"/>
                      <a:gd name="connsiteX16" fmla="*/ 224981 w 237902"/>
                      <a:gd name="connsiteY16" fmla="*/ 15587 h 375847"/>
                      <a:gd name="connsiteX17" fmla="*/ 206629 w 237902"/>
                      <a:gd name="connsiteY17" fmla="*/ 46753 h 375847"/>
                      <a:gd name="connsiteX18" fmla="*/ 224981 w 237902"/>
                      <a:gd name="connsiteY18" fmla="*/ 77002 h 375847"/>
                      <a:gd name="connsiteX19" fmla="*/ 163508 w 237902"/>
                      <a:gd name="connsiteY19" fmla="*/ 77002 h 375847"/>
                      <a:gd name="connsiteX20" fmla="*/ 144193 w 237902"/>
                      <a:gd name="connsiteY20" fmla="*/ 62339 h 375847"/>
                      <a:gd name="connsiteX21" fmla="*/ 143294 w 237902"/>
                      <a:gd name="connsiteY21" fmla="*/ 62339 h 375847"/>
                      <a:gd name="connsiteX22" fmla="*/ 143294 w 237902"/>
                      <a:gd name="connsiteY22" fmla="*/ 61422 h 375847"/>
                      <a:gd name="connsiteX23" fmla="*/ 113905 w 237902"/>
                      <a:gd name="connsiteY23" fmla="*/ 61422 h 375847"/>
                      <a:gd name="connsiteX24" fmla="*/ 113905 w 237902"/>
                      <a:gd name="connsiteY24" fmla="*/ 79755 h 375847"/>
                      <a:gd name="connsiteX25" fmla="*/ 131359 w 237902"/>
                      <a:gd name="connsiteY25" fmla="*/ 79755 h 375847"/>
                      <a:gd name="connsiteX26" fmla="*/ 131359 w 237902"/>
                      <a:gd name="connsiteY26" fmla="*/ 107257 h 375847"/>
                      <a:gd name="connsiteX27" fmla="*/ 141434 w 237902"/>
                      <a:gd name="connsiteY27" fmla="*/ 107257 h 375847"/>
                      <a:gd name="connsiteX28" fmla="*/ 141434 w 237902"/>
                      <a:gd name="connsiteY28" fmla="*/ 79755 h 375847"/>
                      <a:gd name="connsiteX29" fmla="*/ 199313 w 237902"/>
                      <a:gd name="connsiteY29" fmla="*/ 79755 h 375847"/>
                      <a:gd name="connsiteX30" fmla="*/ 199313 w 237902"/>
                      <a:gd name="connsiteY30" fmla="*/ 157675 h 375847"/>
                      <a:gd name="connsiteX31" fmla="*/ 182758 w 237902"/>
                      <a:gd name="connsiteY31" fmla="*/ 177843 h 375847"/>
                      <a:gd name="connsiteX32" fmla="*/ 186415 w 237902"/>
                      <a:gd name="connsiteY32" fmla="*/ 266761 h 375847"/>
                      <a:gd name="connsiteX33" fmla="*/ 237879 w 237902"/>
                      <a:gd name="connsiteY33" fmla="*/ 320842 h 375847"/>
                      <a:gd name="connsiteX34" fmla="*/ 183657 w 237902"/>
                      <a:gd name="connsiteY34" fmla="*/ 375847 h 3758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237902" h="375847">
                        <a:moveTo>
                          <a:pt x="183657" y="375847"/>
                        </a:moveTo>
                        <a:cubicBezTo>
                          <a:pt x="170823" y="375847"/>
                          <a:pt x="158887" y="371259"/>
                          <a:pt x="149711" y="363931"/>
                        </a:cubicBezTo>
                        <a:lnTo>
                          <a:pt x="0" y="363931"/>
                        </a:lnTo>
                        <a:lnTo>
                          <a:pt x="0" y="302509"/>
                        </a:lnTo>
                        <a:lnTo>
                          <a:pt x="16536" y="302509"/>
                        </a:lnTo>
                        <a:lnTo>
                          <a:pt x="22042" y="178754"/>
                        </a:lnTo>
                        <a:cubicBezTo>
                          <a:pt x="12859" y="176925"/>
                          <a:pt x="5512" y="168673"/>
                          <a:pt x="5512" y="158592"/>
                        </a:cubicBezTo>
                        <a:lnTo>
                          <a:pt x="5512" y="80673"/>
                        </a:lnTo>
                        <a:lnTo>
                          <a:pt x="63340" y="80673"/>
                        </a:lnTo>
                        <a:lnTo>
                          <a:pt x="63340" y="108169"/>
                        </a:lnTo>
                        <a:lnTo>
                          <a:pt x="73479" y="108169"/>
                        </a:lnTo>
                        <a:lnTo>
                          <a:pt x="73479" y="80673"/>
                        </a:lnTo>
                        <a:lnTo>
                          <a:pt x="90933" y="80673"/>
                        </a:lnTo>
                        <a:lnTo>
                          <a:pt x="90933" y="0"/>
                        </a:lnTo>
                        <a:lnTo>
                          <a:pt x="146952" y="0"/>
                        </a:lnTo>
                        <a:cubicBezTo>
                          <a:pt x="156128" y="0"/>
                          <a:pt x="164406" y="6417"/>
                          <a:pt x="166203" y="15587"/>
                        </a:cubicBezTo>
                        <a:lnTo>
                          <a:pt x="224981" y="15587"/>
                        </a:lnTo>
                        <a:lnTo>
                          <a:pt x="206629" y="46753"/>
                        </a:lnTo>
                        <a:lnTo>
                          <a:pt x="224981" y="77002"/>
                        </a:lnTo>
                        <a:lnTo>
                          <a:pt x="163508" y="77002"/>
                        </a:lnTo>
                        <a:cubicBezTo>
                          <a:pt x="154267" y="77002"/>
                          <a:pt x="146952" y="70585"/>
                          <a:pt x="144193" y="62339"/>
                        </a:cubicBezTo>
                        <a:lnTo>
                          <a:pt x="143294" y="62339"/>
                        </a:lnTo>
                        <a:lnTo>
                          <a:pt x="143294" y="61422"/>
                        </a:lnTo>
                        <a:lnTo>
                          <a:pt x="113905" y="61422"/>
                        </a:lnTo>
                        <a:lnTo>
                          <a:pt x="113905" y="79755"/>
                        </a:lnTo>
                        <a:lnTo>
                          <a:pt x="131359" y="79755"/>
                        </a:lnTo>
                        <a:lnTo>
                          <a:pt x="131359" y="107257"/>
                        </a:lnTo>
                        <a:lnTo>
                          <a:pt x="141434" y="107257"/>
                        </a:lnTo>
                        <a:lnTo>
                          <a:pt x="141434" y="79755"/>
                        </a:lnTo>
                        <a:lnTo>
                          <a:pt x="199313" y="79755"/>
                        </a:lnTo>
                        <a:lnTo>
                          <a:pt x="199313" y="157675"/>
                        </a:lnTo>
                        <a:cubicBezTo>
                          <a:pt x="199313" y="167755"/>
                          <a:pt x="191934" y="176008"/>
                          <a:pt x="182758" y="177843"/>
                        </a:cubicBezTo>
                        <a:lnTo>
                          <a:pt x="186415" y="266761"/>
                        </a:lnTo>
                        <a:cubicBezTo>
                          <a:pt x="214907" y="268590"/>
                          <a:pt x="237879" y="292428"/>
                          <a:pt x="237879" y="320842"/>
                        </a:cubicBezTo>
                        <a:cubicBezTo>
                          <a:pt x="238777" y="351097"/>
                          <a:pt x="214008" y="375847"/>
                          <a:pt x="183657" y="37584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641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810"/>
                  </a:p>
                </p:txBody>
              </p:sp>
              <p:sp>
                <p:nvSpPr>
                  <p:cNvPr id="1583" name="Freeform: Shape 851">
                    <a:extLst>
                      <a:ext uri="{FF2B5EF4-FFF2-40B4-BE49-F238E27FC236}">
                        <a16:creationId xmlns:a16="http://schemas.microsoft.com/office/drawing/2014/main" id="{1F163122-AB64-84A8-979A-7CD4373F65B9}"/>
                      </a:ext>
                    </a:extLst>
                  </p:cNvPr>
                  <p:cNvSpPr/>
                  <p:nvPr/>
                </p:nvSpPr>
                <p:spPr>
                  <a:xfrm>
                    <a:off x="6060330" y="2634912"/>
                    <a:ext cx="247022" cy="385010"/>
                  </a:xfrm>
                  <a:custGeom>
                    <a:avLst/>
                    <a:gdLst>
                      <a:gd name="connsiteX0" fmla="*/ 151540 w 247022"/>
                      <a:gd name="connsiteY0" fmla="*/ 9170 h 385010"/>
                      <a:gd name="connsiteX1" fmla="*/ 167133 w 247022"/>
                      <a:gd name="connsiteY1" fmla="*/ 24750 h 385010"/>
                      <a:gd name="connsiteX2" fmla="*/ 221355 w 247022"/>
                      <a:gd name="connsiteY2" fmla="*/ 24750 h 385010"/>
                      <a:gd name="connsiteX3" fmla="*/ 205698 w 247022"/>
                      <a:gd name="connsiteY3" fmla="*/ 51335 h 385010"/>
                      <a:gd name="connsiteX4" fmla="*/ 221355 w 247022"/>
                      <a:gd name="connsiteY4" fmla="*/ 77002 h 385010"/>
                      <a:gd name="connsiteX5" fmla="*/ 168096 w 247022"/>
                      <a:gd name="connsiteY5" fmla="*/ 77002 h 385010"/>
                      <a:gd name="connsiteX6" fmla="*/ 152439 w 247022"/>
                      <a:gd name="connsiteY6" fmla="*/ 62333 h 385010"/>
                      <a:gd name="connsiteX7" fmla="*/ 151540 w 247022"/>
                      <a:gd name="connsiteY7" fmla="*/ 61416 h 385010"/>
                      <a:gd name="connsiteX8" fmla="*/ 113873 w 247022"/>
                      <a:gd name="connsiteY8" fmla="*/ 61416 h 385010"/>
                      <a:gd name="connsiteX9" fmla="*/ 113873 w 247022"/>
                      <a:gd name="connsiteY9" fmla="*/ 88918 h 385010"/>
                      <a:gd name="connsiteX10" fmla="*/ 131327 w 247022"/>
                      <a:gd name="connsiteY10" fmla="*/ 88918 h 385010"/>
                      <a:gd name="connsiteX11" fmla="*/ 131327 w 247022"/>
                      <a:gd name="connsiteY11" fmla="*/ 116421 h 385010"/>
                      <a:gd name="connsiteX12" fmla="*/ 150642 w 247022"/>
                      <a:gd name="connsiteY12" fmla="*/ 116421 h 385010"/>
                      <a:gd name="connsiteX13" fmla="*/ 150642 w 247022"/>
                      <a:gd name="connsiteY13" fmla="*/ 88918 h 385010"/>
                      <a:gd name="connsiteX14" fmla="*/ 199282 w 247022"/>
                      <a:gd name="connsiteY14" fmla="*/ 88918 h 385010"/>
                      <a:gd name="connsiteX15" fmla="*/ 199282 w 247022"/>
                      <a:gd name="connsiteY15" fmla="*/ 162256 h 385010"/>
                      <a:gd name="connsiteX16" fmla="*/ 183689 w 247022"/>
                      <a:gd name="connsiteY16" fmla="*/ 177836 h 385010"/>
                      <a:gd name="connsiteX17" fmla="*/ 181828 w 247022"/>
                      <a:gd name="connsiteY17" fmla="*/ 177836 h 385010"/>
                      <a:gd name="connsiteX18" fmla="*/ 185485 w 247022"/>
                      <a:gd name="connsiteY18" fmla="*/ 275924 h 385010"/>
                      <a:gd name="connsiteX19" fmla="*/ 187346 w 247022"/>
                      <a:gd name="connsiteY19" fmla="*/ 275924 h 385010"/>
                      <a:gd name="connsiteX20" fmla="*/ 236948 w 247022"/>
                      <a:gd name="connsiteY20" fmla="*/ 325424 h 385010"/>
                      <a:gd name="connsiteX21" fmla="*/ 188245 w 247022"/>
                      <a:gd name="connsiteY21" fmla="*/ 375841 h 385010"/>
                      <a:gd name="connsiteX22" fmla="*/ 155198 w 247022"/>
                      <a:gd name="connsiteY22" fmla="*/ 363925 h 385010"/>
                      <a:gd name="connsiteX23" fmla="*/ 9183 w 247022"/>
                      <a:gd name="connsiteY23" fmla="*/ 363925 h 385010"/>
                      <a:gd name="connsiteX24" fmla="*/ 9183 w 247022"/>
                      <a:gd name="connsiteY24" fmla="*/ 311673 h 385010"/>
                      <a:gd name="connsiteX25" fmla="*/ 25712 w 247022"/>
                      <a:gd name="connsiteY25" fmla="*/ 311673 h 385010"/>
                      <a:gd name="connsiteX26" fmla="*/ 32123 w 247022"/>
                      <a:gd name="connsiteY26" fmla="*/ 178754 h 385010"/>
                      <a:gd name="connsiteX27" fmla="*/ 30326 w 247022"/>
                      <a:gd name="connsiteY27" fmla="*/ 178754 h 385010"/>
                      <a:gd name="connsiteX28" fmla="*/ 14695 w 247022"/>
                      <a:gd name="connsiteY28" fmla="*/ 163174 h 385010"/>
                      <a:gd name="connsiteX29" fmla="*/ 14695 w 247022"/>
                      <a:gd name="connsiteY29" fmla="*/ 89836 h 385010"/>
                      <a:gd name="connsiteX30" fmla="*/ 63373 w 247022"/>
                      <a:gd name="connsiteY30" fmla="*/ 89836 h 385010"/>
                      <a:gd name="connsiteX31" fmla="*/ 63373 w 247022"/>
                      <a:gd name="connsiteY31" fmla="*/ 117338 h 385010"/>
                      <a:gd name="connsiteX32" fmla="*/ 82687 w 247022"/>
                      <a:gd name="connsiteY32" fmla="*/ 117338 h 385010"/>
                      <a:gd name="connsiteX33" fmla="*/ 82687 w 247022"/>
                      <a:gd name="connsiteY33" fmla="*/ 89836 h 385010"/>
                      <a:gd name="connsiteX34" fmla="*/ 100077 w 247022"/>
                      <a:gd name="connsiteY34" fmla="*/ 89836 h 385010"/>
                      <a:gd name="connsiteX35" fmla="*/ 100077 w 247022"/>
                      <a:gd name="connsiteY35" fmla="*/ 9170 h 385010"/>
                      <a:gd name="connsiteX36" fmla="*/ 109317 w 247022"/>
                      <a:gd name="connsiteY36" fmla="*/ 9170 h 385010"/>
                      <a:gd name="connsiteX37" fmla="*/ 114772 w 247022"/>
                      <a:gd name="connsiteY37" fmla="*/ 9170 h 385010"/>
                      <a:gd name="connsiteX38" fmla="*/ 151540 w 247022"/>
                      <a:gd name="connsiteY38" fmla="*/ 9170 h 385010"/>
                      <a:gd name="connsiteX39" fmla="*/ 151540 w 247022"/>
                      <a:gd name="connsiteY39" fmla="*/ 0 h 385010"/>
                      <a:gd name="connsiteX40" fmla="*/ 114772 w 247022"/>
                      <a:gd name="connsiteY40" fmla="*/ 0 h 385010"/>
                      <a:gd name="connsiteX41" fmla="*/ 109317 w 247022"/>
                      <a:gd name="connsiteY41" fmla="*/ 0 h 385010"/>
                      <a:gd name="connsiteX42" fmla="*/ 100077 w 247022"/>
                      <a:gd name="connsiteY42" fmla="*/ 0 h 385010"/>
                      <a:gd name="connsiteX43" fmla="*/ 90901 w 247022"/>
                      <a:gd name="connsiteY43" fmla="*/ 0 h 385010"/>
                      <a:gd name="connsiteX44" fmla="*/ 90901 w 247022"/>
                      <a:gd name="connsiteY44" fmla="*/ 9170 h 385010"/>
                      <a:gd name="connsiteX45" fmla="*/ 90901 w 247022"/>
                      <a:gd name="connsiteY45" fmla="*/ 80666 h 385010"/>
                      <a:gd name="connsiteX46" fmla="*/ 82687 w 247022"/>
                      <a:gd name="connsiteY46" fmla="*/ 80666 h 385010"/>
                      <a:gd name="connsiteX47" fmla="*/ 73447 w 247022"/>
                      <a:gd name="connsiteY47" fmla="*/ 80666 h 385010"/>
                      <a:gd name="connsiteX48" fmla="*/ 73447 w 247022"/>
                      <a:gd name="connsiteY48" fmla="*/ 89836 h 385010"/>
                      <a:gd name="connsiteX49" fmla="*/ 73447 w 247022"/>
                      <a:gd name="connsiteY49" fmla="*/ 108169 h 385010"/>
                      <a:gd name="connsiteX50" fmla="*/ 72549 w 247022"/>
                      <a:gd name="connsiteY50" fmla="*/ 108169 h 385010"/>
                      <a:gd name="connsiteX51" fmla="*/ 72549 w 247022"/>
                      <a:gd name="connsiteY51" fmla="*/ 89836 h 385010"/>
                      <a:gd name="connsiteX52" fmla="*/ 72549 w 247022"/>
                      <a:gd name="connsiteY52" fmla="*/ 80666 h 385010"/>
                      <a:gd name="connsiteX53" fmla="*/ 63373 w 247022"/>
                      <a:gd name="connsiteY53" fmla="*/ 80666 h 385010"/>
                      <a:gd name="connsiteX54" fmla="*/ 14695 w 247022"/>
                      <a:gd name="connsiteY54" fmla="*/ 80666 h 385010"/>
                      <a:gd name="connsiteX55" fmla="*/ 5512 w 247022"/>
                      <a:gd name="connsiteY55" fmla="*/ 80666 h 385010"/>
                      <a:gd name="connsiteX56" fmla="*/ 5512 w 247022"/>
                      <a:gd name="connsiteY56" fmla="*/ 89836 h 385010"/>
                      <a:gd name="connsiteX57" fmla="*/ 5512 w 247022"/>
                      <a:gd name="connsiteY57" fmla="*/ 163174 h 385010"/>
                      <a:gd name="connsiteX58" fmla="*/ 22042 w 247022"/>
                      <a:gd name="connsiteY58" fmla="*/ 187006 h 385010"/>
                      <a:gd name="connsiteX59" fmla="*/ 16530 w 247022"/>
                      <a:gd name="connsiteY59" fmla="*/ 302509 h 385010"/>
                      <a:gd name="connsiteX60" fmla="*/ 9183 w 247022"/>
                      <a:gd name="connsiteY60" fmla="*/ 302509 h 385010"/>
                      <a:gd name="connsiteX61" fmla="*/ 0 w 247022"/>
                      <a:gd name="connsiteY61" fmla="*/ 302509 h 385010"/>
                      <a:gd name="connsiteX62" fmla="*/ 0 w 247022"/>
                      <a:gd name="connsiteY62" fmla="*/ 311673 h 385010"/>
                      <a:gd name="connsiteX63" fmla="*/ 0 w 247022"/>
                      <a:gd name="connsiteY63" fmla="*/ 363925 h 385010"/>
                      <a:gd name="connsiteX64" fmla="*/ 0 w 247022"/>
                      <a:gd name="connsiteY64" fmla="*/ 373094 h 385010"/>
                      <a:gd name="connsiteX65" fmla="*/ 9183 w 247022"/>
                      <a:gd name="connsiteY65" fmla="*/ 373094 h 385010"/>
                      <a:gd name="connsiteX66" fmla="*/ 152439 w 247022"/>
                      <a:gd name="connsiteY66" fmla="*/ 373094 h 385010"/>
                      <a:gd name="connsiteX67" fmla="*/ 188245 w 247022"/>
                      <a:gd name="connsiteY67" fmla="*/ 385011 h 385010"/>
                      <a:gd name="connsiteX68" fmla="*/ 247023 w 247022"/>
                      <a:gd name="connsiteY68" fmla="*/ 326341 h 385010"/>
                      <a:gd name="connsiteX69" fmla="*/ 194726 w 247022"/>
                      <a:gd name="connsiteY69" fmla="*/ 267672 h 385010"/>
                      <a:gd name="connsiteX70" fmla="*/ 191004 w 247022"/>
                      <a:gd name="connsiteY70" fmla="*/ 186088 h 385010"/>
                      <a:gd name="connsiteX71" fmla="*/ 207560 w 247022"/>
                      <a:gd name="connsiteY71" fmla="*/ 162256 h 385010"/>
                      <a:gd name="connsiteX72" fmla="*/ 207560 w 247022"/>
                      <a:gd name="connsiteY72" fmla="*/ 88918 h 385010"/>
                      <a:gd name="connsiteX73" fmla="*/ 207560 w 247022"/>
                      <a:gd name="connsiteY73" fmla="*/ 86172 h 385010"/>
                      <a:gd name="connsiteX74" fmla="*/ 220393 w 247022"/>
                      <a:gd name="connsiteY74" fmla="*/ 86172 h 385010"/>
                      <a:gd name="connsiteX75" fmla="*/ 236948 w 247022"/>
                      <a:gd name="connsiteY75" fmla="*/ 86172 h 385010"/>
                      <a:gd name="connsiteX76" fmla="*/ 229569 w 247022"/>
                      <a:gd name="connsiteY76" fmla="*/ 72421 h 385010"/>
                      <a:gd name="connsiteX77" fmla="*/ 216735 w 247022"/>
                      <a:gd name="connsiteY77" fmla="*/ 51335 h 385010"/>
                      <a:gd name="connsiteX78" fmla="*/ 229569 w 247022"/>
                      <a:gd name="connsiteY78" fmla="*/ 29331 h 385010"/>
                      <a:gd name="connsiteX79" fmla="*/ 237847 w 247022"/>
                      <a:gd name="connsiteY79" fmla="*/ 15587 h 385010"/>
                      <a:gd name="connsiteX80" fmla="*/ 222254 w 247022"/>
                      <a:gd name="connsiteY80" fmla="*/ 15587 h 385010"/>
                      <a:gd name="connsiteX81" fmla="*/ 174513 w 247022"/>
                      <a:gd name="connsiteY81" fmla="*/ 15587 h 385010"/>
                      <a:gd name="connsiteX82" fmla="*/ 151540 w 247022"/>
                      <a:gd name="connsiteY82" fmla="*/ 0 h 385010"/>
                      <a:gd name="connsiteX83" fmla="*/ 123050 w 247022"/>
                      <a:gd name="connsiteY83" fmla="*/ 70585 h 385010"/>
                      <a:gd name="connsiteX84" fmla="*/ 143262 w 247022"/>
                      <a:gd name="connsiteY84" fmla="*/ 70585 h 385010"/>
                      <a:gd name="connsiteX85" fmla="*/ 143262 w 247022"/>
                      <a:gd name="connsiteY85" fmla="*/ 71503 h 385010"/>
                      <a:gd name="connsiteX86" fmla="*/ 145123 w 247022"/>
                      <a:gd name="connsiteY86" fmla="*/ 71503 h 385010"/>
                      <a:gd name="connsiteX87" fmla="*/ 151540 w 247022"/>
                      <a:gd name="connsiteY87" fmla="*/ 79755 h 385010"/>
                      <a:gd name="connsiteX88" fmla="*/ 150642 w 247022"/>
                      <a:gd name="connsiteY88" fmla="*/ 79755 h 385010"/>
                      <a:gd name="connsiteX89" fmla="*/ 141402 w 247022"/>
                      <a:gd name="connsiteY89" fmla="*/ 79755 h 385010"/>
                      <a:gd name="connsiteX90" fmla="*/ 141402 w 247022"/>
                      <a:gd name="connsiteY90" fmla="*/ 88918 h 385010"/>
                      <a:gd name="connsiteX91" fmla="*/ 141402 w 247022"/>
                      <a:gd name="connsiteY91" fmla="*/ 107251 h 385010"/>
                      <a:gd name="connsiteX92" fmla="*/ 140503 w 247022"/>
                      <a:gd name="connsiteY92" fmla="*/ 107251 h 385010"/>
                      <a:gd name="connsiteX93" fmla="*/ 140503 w 247022"/>
                      <a:gd name="connsiteY93" fmla="*/ 88918 h 385010"/>
                      <a:gd name="connsiteX94" fmla="*/ 140503 w 247022"/>
                      <a:gd name="connsiteY94" fmla="*/ 79755 h 385010"/>
                      <a:gd name="connsiteX95" fmla="*/ 131327 w 247022"/>
                      <a:gd name="connsiteY95" fmla="*/ 79755 h 385010"/>
                      <a:gd name="connsiteX96" fmla="*/ 123050 w 247022"/>
                      <a:gd name="connsiteY96" fmla="*/ 79755 h 385010"/>
                      <a:gd name="connsiteX97" fmla="*/ 123050 w 247022"/>
                      <a:gd name="connsiteY97" fmla="*/ 70585 h 3850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</a:cxnLst>
                    <a:rect l="l" t="t" r="r" b="b"/>
                    <a:pathLst>
                      <a:path w="247022" h="385010">
                        <a:moveTo>
                          <a:pt x="151540" y="9170"/>
                        </a:moveTo>
                        <a:cubicBezTo>
                          <a:pt x="159818" y="9170"/>
                          <a:pt x="167133" y="16498"/>
                          <a:pt x="167133" y="24750"/>
                        </a:cubicBezTo>
                        <a:lnTo>
                          <a:pt x="221355" y="24750"/>
                        </a:lnTo>
                        <a:lnTo>
                          <a:pt x="205698" y="51335"/>
                        </a:lnTo>
                        <a:lnTo>
                          <a:pt x="221355" y="77002"/>
                        </a:lnTo>
                        <a:lnTo>
                          <a:pt x="168096" y="77002"/>
                        </a:lnTo>
                        <a:cubicBezTo>
                          <a:pt x="159818" y="77002"/>
                          <a:pt x="153401" y="70585"/>
                          <a:pt x="152439" y="62333"/>
                        </a:cubicBezTo>
                        <a:cubicBezTo>
                          <a:pt x="152439" y="61416"/>
                          <a:pt x="151540" y="61416"/>
                          <a:pt x="151540" y="61416"/>
                        </a:cubicBezTo>
                        <a:lnTo>
                          <a:pt x="113873" y="61416"/>
                        </a:lnTo>
                        <a:lnTo>
                          <a:pt x="113873" y="88918"/>
                        </a:lnTo>
                        <a:lnTo>
                          <a:pt x="131327" y="88918"/>
                        </a:lnTo>
                        <a:lnTo>
                          <a:pt x="131327" y="116421"/>
                        </a:lnTo>
                        <a:lnTo>
                          <a:pt x="150642" y="116421"/>
                        </a:lnTo>
                        <a:lnTo>
                          <a:pt x="150642" y="88918"/>
                        </a:lnTo>
                        <a:lnTo>
                          <a:pt x="199282" y="88918"/>
                        </a:lnTo>
                        <a:lnTo>
                          <a:pt x="199282" y="162256"/>
                        </a:lnTo>
                        <a:cubicBezTo>
                          <a:pt x="199282" y="170502"/>
                          <a:pt x="191966" y="177836"/>
                          <a:pt x="183689" y="177836"/>
                        </a:cubicBezTo>
                        <a:lnTo>
                          <a:pt x="181828" y="177836"/>
                        </a:lnTo>
                        <a:lnTo>
                          <a:pt x="185485" y="275924"/>
                        </a:lnTo>
                        <a:cubicBezTo>
                          <a:pt x="186448" y="275924"/>
                          <a:pt x="186448" y="275924"/>
                          <a:pt x="187346" y="275924"/>
                        </a:cubicBezTo>
                        <a:cubicBezTo>
                          <a:pt x="214874" y="275924"/>
                          <a:pt x="236948" y="297927"/>
                          <a:pt x="236948" y="325424"/>
                        </a:cubicBezTo>
                        <a:cubicBezTo>
                          <a:pt x="236948" y="352926"/>
                          <a:pt x="215837" y="375841"/>
                          <a:pt x="188245" y="375841"/>
                        </a:cubicBezTo>
                        <a:cubicBezTo>
                          <a:pt x="175411" y="375841"/>
                          <a:pt x="164374" y="371259"/>
                          <a:pt x="155198" y="363925"/>
                        </a:cubicBezTo>
                        <a:lnTo>
                          <a:pt x="9183" y="363925"/>
                        </a:lnTo>
                        <a:lnTo>
                          <a:pt x="9183" y="311673"/>
                        </a:lnTo>
                        <a:lnTo>
                          <a:pt x="25712" y="311673"/>
                        </a:lnTo>
                        <a:lnTo>
                          <a:pt x="32123" y="178754"/>
                        </a:lnTo>
                        <a:lnTo>
                          <a:pt x="30326" y="178754"/>
                        </a:lnTo>
                        <a:cubicBezTo>
                          <a:pt x="22042" y="178754"/>
                          <a:pt x="14695" y="171419"/>
                          <a:pt x="14695" y="163174"/>
                        </a:cubicBezTo>
                        <a:lnTo>
                          <a:pt x="14695" y="89836"/>
                        </a:lnTo>
                        <a:lnTo>
                          <a:pt x="63373" y="89836"/>
                        </a:lnTo>
                        <a:lnTo>
                          <a:pt x="63373" y="117338"/>
                        </a:lnTo>
                        <a:lnTo>
                          <a:pt x="82687" y="117338"/>
                        </a:lnTo>
                        <a:lnTo>
                          <a:pt x="82687" y="89836"/>
                        </a:lnTo>
                        <a:lnTo>
                          <a:pt x="100077" y="89836"/>
                        </a:lnTo>
                        <a:lnTo>
                          <a:pt x="100077" y="9170"/>
                        </a:lnTo>
                        <a:lnTo>
                          <a:pt x="109317" y="9170"/>
                        </a:lnTo>
                        <a:lnTo>
                          <a:pt x="114772" y="9170"/>
                        </a:lnTo>
                        <a:lnTo>
                          <a:pt x="151540" y="9170"/>
                        </a:lnTo>
                        <a:close/>
                        <a:moveTo>
                          <a:pt x="151540" y="0"/>
                        </a:moveTo>
                        <a:lnTo>
                          <a:pt x="114772" y="0"/>
                        </a:lnTo>
                        <a:lnTo>
                          <a:pt x="109317" y="0"/>
                        </a:lnTo>
                        <a:lnTo>
                          <a:pt x="100077" y="0"/>
                        </a:lnTo>
                        <a:lnTo>
                          <a:pt x="90901" y="0"/>
                        </a:lnTo>
                        <a:lnTo>
                          <a:pt x="90901" y="9170"/>
                        </a:lnTo>
                        <a:lnTo>
                          <a:pt x="90901" y="80666"/>
                        </a:lnTo>
                        <a:lnTo>
                          <a:pt x="82687" y="80666"/>
                        </a:lnTo>
                        <a:lnTo>
                          <a:pt x="73447" y="80666"/>
                        </a:lnTo>
                        <a:lnTo>
                          <a:pt x="73447" y="89836"/>
                        </a:lnTo>
                        <a:lnTo>
                          <a:pt x="73447" y="108169"/>
                        </a:lnTo>
                        <a:lnTo>
                          <a:pt x="72549" y="108169"/>
                        </a:lnTo>
                        <a:lnTo>
                          <a:pt x="72549" y="89836"/>
                        </a:lnTo>
                        <a:lnTo>
                          <a:pt x="72549" y="80666"/>
                        </a:lnTo>
                        <a:lnTo>
                          <a:pt x="63373" y="80666"/>
                        </a:lnTo>
                        <a:lnTo>
                          <a:pt x="14695" y="80666"/>
                        </a:lnTo>
                        <a:lnTo>
                          <a:pt x="5512" y="80666"/>
                        </a:lnTo>
                        <a:lnTo>
                          <a:pt x="5512" y="89836"/>
                        </a:lnTo>
                        <a:lnTo>
                          <a:pt x="5512" y="163174"/>
                        </a:lnTo>
                        <a:cubicBezTo>
                          <a:pt x="5512" y="174172"/>
                          <a:pt x="12860" y="183336"/>
                          <a:pt x="22042" y="187006"/>
                        </a:cubicBezTo>
                        <a:lnTo>
                          <a:pt x="16530" y="302509"/>
                        </a:lnTo>
                        <a:lnTo>
                          <a:pt x="9183" y="302509"/>
                        </a:lnTo>
                        <a:lnTo>
                          <a:pt x="0" y="302509"/>
                        </a:lnTo>
                        <a:lnTo>
                          <a:pt x="0" y="311673"/>
                        </a:lnTo>
                        <a:lnTo>
                          <a:pt x="0" y="363925"/>
                        </a:lnTo>
                        <a:lnTo>
                          <a:pt x="0" y="373094"/>
                        </a:lnTo>
                        <a:lnTo>
                          <a:pt x="9183" y="373094"/>
                        </a:lnTo>
                        <a:lnTo>
                          <a:pt x="152439" y="373094"/>
                        </a:lnTo>
                        <a:cubicBezTo>
                          <a:pt x="162577" y="381346"/>
                          <a:pt x="175411" y="385011"/>
                          <a:pt x="188245" y="385011"/>
                        </a:cubicBezTo>
                        <a:cubicBezTo>
                          <a:pt x="220393" y="385011"/>
                          <a:pt x="247023" y="358426"/>
                          <a:pt x="247023" y="326341"/>
                        </a:cubicBezTo>
                        <a:cubicBezTo>
                          <a:pt x="247023" y="296092"/>
                          <a:pt x="224115" y="271343"/>
                          <a:pt x="194726" y="267672"/>
                        </a:cubicBezTo>
                        <a:lnTo>
                          <a:pt x="191004" y="186088"/>
                        </a:lnTo>
                        <a:cubicBezTo>
                          <a:pt x="201143" y="182424"/>
                          <a:pt x="207560" y="173255"/>
                          <a:pt x="207560" y="162256"/>
                        </a:cubicBezTo>
                        <a:lnTo>
                          <a:pt x="207560" y="88918"/>
                        </a:lnTo>
                        <a:lnTo>
                          <a:pt x="207560" y="86172"/>
                        </a:lnTo>
                        <a:lnTo>
                          <a:pt x="220393" y="86172"/>
                        </a:lnTo>
                        <a:lnTo>
                          <a:pt x="236948" y="86172"/>
                        </a:lnTo>
                        <a:lnTo>
                          <a:pt x="229569" y="72421"/>
                        </a:lnTo>
                        <a:lnTo>
                          <a:pt x="216735" y="51335"/>
                        </a:lnTo>
                        <a:lnTo>
                          <a:pt x="229569" y="29331"/>
                        </a:lnTo>
                        <a:lnTo>
                          <a:pt x="237847" y="15587"/>
                        </a:lnTo>
                        <a:lnTo>
                          <a:pt x="222254" y="15587"/>
                        </a:lnTo>
                        <a:lnTo>
                          <a:pt x="174513" y="15587"/>
                        </a:lnTo>
                        <a:cubicBezTo>
                          <a:pt x="170791" y="6417"/>
                          <a:pt x="161615" y="0"/>
                          <a:pt x="151540" y="0"/>
                        </a:cubicBezTo>
                        <a:close/>
                        <a:moveTo>
                          <a:pt x="123050" y="70585"/>
                        </a:moveTo>
                        <a:lnTo>
                          <a:pt x="143262" y="70585"/>
                        </a:lnTo>
                        <a:lnTo>
                          <a:pt x="143262" y="71503"/>
                        </a:lnTo>
                        <a:lnTo>
                          <a:pt x="145123" y="71503"/>
                        </a:lnTo>
                        <a:cubicBezTo>
                          <a:pt x="146920" y="75167"/>
                          <a:pt x="148781" y="77920"/>
                          <a:pt x="151540" y="79755"/>
                        </a:cubicBezTo>
                        <a:lnTo>
                          <a:pt x="150642" y="79755"/>
                        </a:lnTo>
                        <a:lnTo>
                          <a:pt x="141402" y="79755"/>
                        </a:lnTo>
                        <a:lnTo>
                          <a:pt x="141402" y="88918"/>
                        </a:lnTo>
                        <a:lnTo>
                          <a:pt x="141402" y="107251"/>
                        </a:lnTo>
                        <a:lnTo>
                          <a:pt x="140503" y="107251"/>
                        </a:lnTo>
                        <a:lnTo>
                          <a:pt x="140503" y="88918"/>
                        </a:lnTo>
                        <a:lnTo>
                          <a:pt x="140503" y="79755"/>
                        </a:lnTo>
                        <a:lnTo>
                          <a:pt x="131327" y="79755"/>
                        </a:lnTo>
                        <a:lnTo>
                          <a:pt x="123050" y="79755"/>
                        </a:lnTo>
                        <a:lnTo>
                          <a:pt x="123050" y="7058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41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810"/>
                  </a:p>
                </p:txBody>
              </p:sp>
            </p:grpSp>
            <p:grpSp>
              <p:nvGrpSpPr>
                <p:cNvPr id="1584" name="Graphic 3">
                  <a:extLst>
                    <a:ext uri="{FF2B5EF4-FFF2-40B4-BE49-F238E27FC236}">
                      <a16:creationId xmlns:a16="http://schemas.microsoft.com/office/drawing/2014/main" id="{AC00274E-E113-B5B5-7322-0EF1599FD3AC}"/>
                    </a:ext>
                  </a:extLst>
                </p:cNvPr>
                <p:cNvGrpSpPr/>
                <p:nvPr/>
              </p:nvGrpSpPr>
              <p:grpSpPr>
                <a:xfrm>
                  <a:off x="6069512" y="2645916"/>
                  <a:ext cx="228693" cy="363924"/>
                  <a:chOff x="6069512" y="2645916"/>
                  <a:chExt cx="228693" cy="363924"/>
                </a:xfrm>
                <a:solidFill>
                  <a:srgbClr val="2C5967"/>
                </a:solidFill>
              </p:grpSpPr>
              <p:sp>
                <p:nvSpPr>
                  <p:cNvPr id="1585" name="Freeform: Shape 853">
                    <a:extLst>
                      <a:ext uri="{FF2B5EF4-FFF2-40B4-BE49-F238E27FC236}">
                        <a16:creationId xmlns:a16="http://schemas.microsoft.com/office/drawing/2014/main" id="{E3491DC7-06E8-B92A-7537-B18740E47420}"/>
                      </a:ext>
                    </a:extLst>
                  </p:cNvPr>
                  <p:cNvSpPr/>
                  <p:nvPr/>
                </p:nvSpPr>
                <p:spPr>
                  <a:xfrm>
                    <a:off x="6069512" y="2645916"/>
                    <a:ext cx="212172" cy="352926"/>
                  </a:xfrm>
                  <a:custGeom>
                    <a:avLst/>
                    <a:gdLst>
                      <a:gd name="connsiteX0" fmla="*/ 13777 w 212172"/>
                      <a:gd name="connsiteY0" fmla="*/ 338257 h 352926"/>
                      <a:gd name="connsiteX1" fmla="*/ 13777 w 212172"/>
                      <a:gd name="connsiteY1" fmla="*/ 313508 h 352926"/>
                      <a:gd name="connsiteX2" fmla="*/ 15612 w 212172"/>
                      <a:gd name="connsiteY2" fmla="*/ 313508 h 352926"/>
                      <a:gd name="connsiteX3" fmla="*/ 119385 w 212172"/>
                      <a:gd name="connsiteY3" fmla="*/ 313508 h 352926"/>
                      <a:gd name="connsiteX4" fmla="*/ 121246 w 212172"/>
                      <a:gd name="connsiteY4" fmla="*/ 299756 h 352926"/>
                      <a:gd name="connsiteX5" fmla="*/ 30319 w 212172"/>
                      <a:gd name="connsiteY5" fmla="*/ 299756 h 352926"/>
                      <a:gd name="connsiteX6" fmla="*/ 36736 w 212172"/>
                      <a:gd name="connsiteY6" fmla="*/ 167756 h 352926"/>
                      <a:gd name="connsiteX7" fmla="*/ 159811 w 212172"/>
                      <a:gd name="connsiteY7" fmla="*/ 167756 h 352926"/>
                      <a:gd name="connsiteX8" fmla="*/ 163469 w 212172"/>
                      <a:gd name="connsiteY8" fmla="*/ 257591 h 352926"/>
                      <a:gd name="connsiteX9" fmla="*/ 177265 w 212172"/>
                      <a:gd name="connsiteY9" fmla="*/ 255756 h 352926"/>
                      <a:gd name="connsiteX10" fmla="*/ 173608 w 212172"/>
                      <a:gd name="connsiteY10" fmla="*/ 168673 h 352926"/>
                      <a:gd name="connsiteX11" fmla="*/ 174506 w 212172"/>
                      <a:gd name="connsiteY11" fmla="*/ 168673 h 352926"/>
                      <a:gd name="connsiteX12" fmla="*/ 190099 w 212172"/>
                      <a:gd name="connsiteY12" fmla="*/ 153087 h 352926"/>
                      <a:gd name="connsiteX13" fmla="*/ 190099 w 212172"/>
                      <a:gd name="connsiteY13" fmla="*/ 79749 h 352926"/>
                      <a:gd name="connsiteX14" fmla="*/ 141459 w 212172"/>
                      <a:gd name="connsiteY14" fmla="*/ 79749 h 352926"/>
                      <a:gd name="connsiteX15" fmla="*/ 141459 w 212172"/>
                      <a:gd name="connsiteY15" fmla="*/ 107251 h 352926"/>
                      <a:gd name="connsiteX16" fmla="*/ 122144 w 212172"/>
                      <a:gd name="connsiteY16" fmla="*/ 107251 h 352926"/>
                      <a:gd name="connsiteX17" fmla="*/ 122144 w 212172"/>
                      <a:gd name="connsiteY17" fmla="*/ 79749 h 352926"/>
                      <a:gd name="connsiteX18" fmla="*/ 104691 w 212172"/>
                      <a:gd name="connsiteY18" fmla="*/ 79749 h 352926"/>
                      <a:gd name="connsiteX19" fmla="*/ 104691 w 212172"/>
                      <a:gd name="connsiteY19" fmla="*/ 52252 h 352926"/>
                      <a:gd name="connsiteX20" fmla="*/ 142358 w 212172"/>
                      <a:gd name="connsiteY20" fmla="*/ 52252 h 352926"/>
                      <a:gd name="connsiteX21" fmla="*/ 143256 w 212172"/>
                      <a:gd name="connsiteY21" fmla="*/ 53170 h 352926"/>
                      <a:gd name="connsiteX22" fmla="*/ 158913 w 212172"/>
                      <a:gd name="connsiteY22" fmla="*/ 67833 h 352926"/>
                      <a:gd name="connsiteX23" fmla="*/ 212173 w 212172"/>
                      <a:gd name="connsiteY23" fmla="*/ 67833 h 352926"/>
                      <a:gd name="connsiteX24" fmla="*/ 196516 w 212172"/>
                      <a:gd name="connsiteY24" fmla="*/ 42165 h 352926"/>
                      <a:gd name="connsiteX25" fmla="*/ 212173 w 212172"/>
                      <a:gd name="connsiteY25" fmla="*/ 15580 h 352926"/>
                      <a:gd name="connsiteX26" fmla="*/ 157951 w 212172"/>
                      <a:gd name="connsiteY26" fmla="*/ 15580 h 352926"/>
                      <a:gd name="connsiteX27" fmla="*/ 142358 w 212172"/>
                      <a:gd name="connsiteY27" fmla="*/ 0 h 352926"/>
                      <a:gd name="connsiteX28" fmla="*/ 105589 w 212172"/>
                      <a:gd name="connsiteY28" fmla="*/ 0 h 352926"/>
                      <a:gd name="connsiteX29" fmla="*/ 100135 w 212172"/>
                      <a:gd name="connsiteY29" fmla="*/ 0 h 352926"/>
                      <a:gd name="connsiteX30" fmla="*/ 90894 w 212172"/>
                      <a:gd name="connsiteY30" fmla="*/ 0 h 352926"/>
                      <a:gd name="connsiteX31" fmla="*/ 90894 w 212172"/>
                      <a:gd name="connsiteY31" fmla="*/ 80666 h 352926"/>
                      <a:gd name="connsiteX32" fmla="*/ 73441 w 212172"/>
                      <a:gd name="connsiteY32" fmla="*/ 80666 h 352926"/>
                      <a:gd name="connsiteX33" fmla="*/ 73441 w 212172"/>
                      <a:gd name="connsiteY33" fmla="*/ 108169 h 352926"/>
                      <a:gd name="connsiteX34" fmla="*/ 54190 w 212172"/>
                      <a:gd name="connsiteY34" fmla="*/ 108169 h 352926"/>
                      <a:gd name="connsiteX35" fmla="*/ 54190 w 212172"/>
                      <a:gd name="connsiteY35" fmla="*/ 80666 h 352926"/>
                      <a:gd name="connsiteX36" fmla="*/ 5512 w 212172"/>
                      <a:gd name="connsiteY36" fmla="*/ 80666 h 352926"/>
                      <a:gd name="connsiteX37" fmla="*/ 5512 w 212172"/>
                      <a:gd name="connsiteY37" fmla="*/ 154004 h 352926"/>
                      <a:gd name="connsiteX38" fmla="*/ 21143 w 212172"/>
                      <a:gd name="connsiteY38" fmla="*/ 169584 h 352926"/>
                      <a:gd name="connsiteX39" fmla="*/ 22940 w 212172"/>
                      <a:gd name="connsiteY39" fmla="*/ 169584 h 352926"/>
                      <a:gd name="connsiteX40" fmla="*/ 16530 w 212172"/>
                      <a:gd name="connsiteY40" fmla="*/ 300674 h 352926"/>
                      <a:gd name="connsiteX41" fmla="*/ 0 w 212172"/>
                      <a:gd name="connsiteY41" fmla="*/ 300674 h 352926"/>
                      <a:gd name="connsiteX42" fmla="*/ 0 w 212172"/>
                      <a:gd name="connsiteY42" fmla="*/ 352926 h 352926"/>
                      <a:gd name="connsiteX43" fmla="*/ 132219 w 212172"/>
                      <a:gd name="connsiteY43" fmla="*/ 352926 h 352926"/>
                      <a:gd name="connsiteX44" fmla="*/ 124006 w 212172"/>
                      <a:gd name="connsiteY44" fmla="*/ 339175 h 352926"/>
                      <a:gd name="connsiteX45" fmla="*/ 13777 w 212172"/>
                      <a:gd name="connsiteY45" fmla="*/ 339175 h 352926"/>
                      <a:gd name="connsiteX46" fmla="*/ 13777 w 212172"/>
                      <a:gd name="connsiteY46" fmla="*/ 338257 h 352926"/>
                      <a:gd name="connsiteX47" fmla="*/ 187339 w 212172"/>
                      <a:gd name="connsiteY47" fmla="*/ 27503 h 352926"/>
                      <a:gd name="connsiteX48" fmla="*/ 180024 w 212172"/>
                      <a:gd name="connsiteY48" fmla="*/ 40336 h 352926"/>
                      <a:gd name="connsiteX49" fmla="*/ 187339 w 212172"/>
                      <a:gd name="connsiteY49" fmla="*/ 52252 h 352926"/>
                      <a:gd name="connsiteX50" fmla="*/ 158913 w 212172"/>
                      <a:gd name="connsiteY50" fmla="*/ 52252 h 352926"/>
                      <a:gd name="connsiteX51" fmla="*/ 157951 w 212172"/>
                      <a:gd name="connsiteY51" fmla="*/ 51335 h 352926"/>
                      <a:gd name="connsiteX52" fmla="*/ 157951 w 212172"/>
                      <a:gd name="connsiteY52" fmla="*/ 27503 h 352926"/>
                      <a:gd name="connsiteX53" fmla="*/ 187339 w 212172"/>
                      <a:gd name="connsiteY53" fmla="*/ 27503 h 352926"/>
                      <a:gd name="connsiteX54" fmla="*/ 142358 w 212172"/>
                      <a:gd name="connsiteY54" fmla="*/ 11916 h 352926"/>
                      <a:gd name="connsiteX55" fmla="*/ 144218 w 212172"/>
                      <a:gd name="connsiteY55" fmla="*/ 13751 h 352926"/>
                      <a:gd name="connsiteX56" fmla="*/ 144218 w 212172"/>
                      <a:gd name="connsiteY56" fmla="*/ 36666 h 352926"/>
                      <a:gd name="connsiteX57" fmla="*/ 143256 w 212172"/>
                      <a:gd name="connsiteY57" fmla="*/ 36666 h 352926"/>
                      <a:gd name="connsiteX58" fmla="*/ 105589 w 212172"/>
                      <a:gd name="connsiteY58" fmla="*/ 36666 h 352926"/>
                      <a:gd name="connsiteX59" fmla="*/ 105589 w 212172"/>
                      <a:gd name="connsiteY59" fmla="*/ 11916 h 352926"/>
                      <a:gd name="connsiteX60" fmla="*/ 142358 w 212172"/>
                      <a:gd name="connsiteY60" fmla="*/ 11916 h 352926"/>
                      <a:gd name="connsiteX61" fmla="*/ 21143 w 212172"/>
                      <a:gd name="connsiteY61" fmla="*/ 154004 h 352926"/>
                      <a:gd name="connsiteX62" fmla="*/ 19289 w 212172"/>
                      <a:gd name="connsiteY62" fmla="*/ 152169 h 352926"/>
                      <a:gd name="connsiteX63" fmla="*/ 19289 w 212172"/>
                      <a:gd name="connsiteY63" fmla="*/ 92582 h 352926"/>
                      <a:gd name="connsiteX64" fmla="*/ 40394 w 212172"/>
                      <a:gd name="connsiteY64" fmla="*/ 92582 h 352926"/>
                      <a:gd name="connsiteX65" fmla="*/ 40394 w 212172"/>
                      <a:gd name="connsiteY65" fmla="*/ 120085 h 352926"/>
                      <a:gd name="connsiteX66" fmla="*/ 87237 w 212172"/>
                      <a:gd name="connsiteY66" fmla="*/ 120085 h 352926"/>
                      <a:gd name="connsiteX67" fmla="*/ 87237 w 212172"/>
                      <a:gd name="connsiteY67" fmla="*/ 92582 h 352926"/>
                      <a:gd name="connsiteX68" fmla="*/ 108348 w 212172"/>
                      <a:gd name="connsiteY68" fmla="*/ 92582 h 352926"/>
                      <a:gd name="connsiteX69" fmla="*/ 108348 w 212172"/>
                      <a:gd name="connsiteY69" fmla="*/ 120085 h 352926"/>
                      <a:gd name="connsiteX70" fmla="*/ 156154 w 212172"/>
                      <a:gd name="connsiteY70" fmla="*/ 120085 h 352926"/>
                      <a:gd name="connsiteX71" fmla="*/ 156154 w 212172"/>
                      <a:gd name="connsiteY71" fmla="*/ 92582 h 352926"/>
                      <a:gd name="connsiteX72" fmla="*/ 177265 w 212172"/>
                      <a:gd name="connsiteY72" fmla="*/ 92582 h 352926"/>
                      <a:gd name="connsiteX73" fmla="*/ 177265 w 212172"/>
                      <a:gd name="connsiteY73" fmla="*/ 152169 h 352926"/>
                      <a:gd name="connsiteX74" fmla="*/ 175404 w 212172"/>
                      <a:gd name="connsiteY74" fmla="*/ 154004 h 352926"/>
                      <a:gd name="connsiteX75" fmla="*/ 173608 w 212172"/>
                      <a:gd name="connsiteY75" fmla="*/ 154004 h 352926"/>
                      <a:gd name="connsiteX76" fmla="*/ 22940 w 212172"/>
                      <a:gd name="connsiteY76" fmla="*/ 154004 h 352926"/>
                      <a:gd name="connsiteX77" fmla="*/ 21143 w 212172"/>
                      <a:gd name="connsiteY77" fmla="*/ 154004 h 3529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</a:cxnLst>
                    <a:rect l="l" t="t" r="r" b="b"/>
                    <a:pathLst>
                      <a:path w="212172" h="352926">
                        <a:moveTo>
                          <a:pt x="13777" y="338257"/>
                        </a:moveTo>
                        <a:lnTo>
                          <a:pt x="13777" y="313508"/>
                        </a:lnTo>
                        <a:lnTo>
                          <a:pt x="15612" y="313508"/>
                        </a:lnTo>
                        <a:lnTo>
                          <a:pt x="119385" y="313508"/>
                        </a:lnTo>
                        <a:cubicBezTo>
                          <a:pt x="119385" y="308926"/>
                          <a:pt x="120284" y="304338"/>
                          <a:pt x="121246" y="299756"/>
                        </a:cubicBezTo>
                        <a:lnTo>
                          <a:pt x="30319" y="299756"/>
                        </a:lnTo>
                        <a:lnTo>
                          <a:pt x="36736" y="167756"/>
                        </a:lnTo>
                        <a:lnTo>
                          <a:pt x="159811" y="167756"/>
                        </a:lnTo>
                        <a:lnTo>
                          <a:pt x="163469" y="257591"/>
                        </a:lnTo>
                        <a:cubicBezTo>
                          <a:pt x="168089" y="256674"/>
                          <a:pt x="172645" y="255756"/>
                          <a:pt x="177265" y="255756"/>
                        </a:cubicBezTo>
                        <a:lnTo>
                          <a:pt x="173608" y="168673"/>
                        </a:lnTo>
                        <a:lnTo>
                          <a:pt x="174506" y="168673"/>
                        </a:lnTo>
                        <a:cubicBezTo>
                          <a:pt x="182784" y="168673"/>
                          <a:pt x="190099" y="161339"/>
                          <a:pt x="190099" y="153087"/>
                        </a:cubicBezTo>
                        <a:lnTo>
                          <a:pt x="190099" y="79749"/>
                        </a:lnTo>
                        <a:lnTo>
                          <a:pt x="141459" y="79749"/>
                        </a:lnTo>
                        <a:lnTo>
                          <a:pt x="141459" y="107251"/>
                        </a:lnTo>
                        <a:lnTo>
                          <a:pt x="122144" y="107251"/>
                        </a:lnTo>
                        <a:lnTo>
                          <a:pt x="122144" y="79749"/>
                        </a:lnTo>
                        <a:lnTo>
                          <a:pt x="104691" y="79749"/>
                        </a:lnTo>
                        <a:lnTo>
                          <a:pt x="104691" y="52252"/>
                        </a:lnTo>
                        <a:lnTo>
                          <a:pt x="142358" y="52252"/>
                        </a:lnTo>
                        <a:cubicBezTo>
                          <a:pt x="143256" y="52252"/>
                          <a:pt x="143256" y="53170"/>
                          <a:pt x="143256" y="53170"/>
                        </a:cubicBezTo>
                        <a:cubicBezTo>
                          <a:pt x="143256" y="61416"/>
                          <a:pt x="150635" y="67833"/>
                          <a:pt x="158913" y="67833"/>
                        </a:cubicBezTo>
                        <a:lnTo>
                          <a:pt x="212173" y="67833"/>
                        </a:lnTo>
                        <a:lnTo>
                          <a:pt x="196516" y="42165"/>
                        </a:lnTo>
                        <a:lnTo>
                          <a:pt x="212173" y="15580"/>
                        </a:lnTo>
                        <a:lnTo>
                          <a:pt x="157951" y="15580"/>
                        </a:lnTo>
                        <a:cubicBezTo>
                          <a:pt x="157951" y="7334"/>
                          <a:pt x="150635" y="0"/>
                          <a:pt x="142358" y="0"/>
                        </a:cubicBezTo>
                        <a:lnTo>
                          <a:pt x="105589" y="0"/>
                        </a:lnTo>
                        <a:lnTo>
                          <a:pt x="100135" y="0"/>
                        </a:lnTo>
                        <a:lnTo>
                          <a:pt x="90894" y="0"/>
                        </a:lnTo>
                        <a:lnTo>
                          <a:pt x="90894" y="80666"/>
                        </a:lnTo>
                        <a:lnTo>
                          <a:pt x="73441" y="80666"/>
                        </a:lnTo>
                        <a:lnTo>
                          <a:pt x="73441" y="108169"/>
                        </a:lnTo>
                        <a:lnTo>
                          <a:pt x="54190" y="108169"/>
                        </a:lnTo>
                        <a:lnTo>
                          <a:pt x="54190" y="80666"/>
                        </a:lnTo>
                        <a:lnTo>
                          <a:pt x="5512" y="80666"/>
                        </a:lnTo>
                        <a:lnTo>
                          <a:pt x="5512" y="154004"/>
                        </a:lnTo>
                        <a:cubicBezTo>
                          <a:pt x="5512" y="162256"/>
                          <a:pt x="12859" y="169584"/>
                          <a:pt x="21143" y="169584"/>
                        </a:cubicBezTo>
                        <a:lnTo>
                          <a:pt x="22940" y="169584"/>
                        </a:lnTo>
                        <a:lnTo>
                          <a:pt x="16530" y="300674"/>
                        </a:lnTo>
                        <a:lnTo>
                          <a:pt x="0" y="300674"/>
                        </a:lnTo>
                        <a:lnTo>
                          <a:pt x="0" y="352926"/>
                        </a:lnTo>
                        <a:lnTo>
                          <a:pt x="132219" y="352926"/>
                        </a:lnTo>
                        <a:cubicBezTo>
                          <a:pt x="128561" y="348345"/>
                          <a:pt x="125802" y="343757"/>
                          <a:pt x="124006" y="339175"/>
                        </a:cubicBezTo>
                        <a:lnTo>
                          <a:pt x="13777" y="339175"/>
                        </a:lnTo>
                        <a:lnTo>
                          <a:pt x="13777" y="338257"/>
                        </a:lnTo>
                        <a:close/>
                        <a:moveTo>
                          <a:pt x="187339" y="27503"/>
                        </a:moveTo>
                        <a:lnTo>
                          <a:pt x="180024" y="40336"/>
                        </a:lnTo>
                        <a:lnTo>
                          <a:pt x="187339" y="52252"/>
                        </a:lnTo>
                        <a:lnTo>
                          <a:pt x="158913" y="52252"/>
                        </a:lnTo>
                        <a:cubicBezTo>
                          <a:pt x="157951" y="52252"/>
                          <a:pt x="157951" y="51335"/>
                          <a:pt x="157951" y="51335"/>
                        </a:cubicBezTo>
                        <a:lnTo>
                          <a:pt x="157951" y="27503"/>
                        </a:lnTo>
                        <a:lnTo>
                          <a:pt x="187339" y="27503"/>
                        </a:lnTo>
                        <a:close/>
                        <a:moveTo>
                          <a:pt x="142358" y="11916"/>
                        </a:moveTo>
                        <a:cubicBezTo>
                          <a:pt x="143256" y="11916"/>
                          <a:pt x="144218" y="12834"/>
                          <a:pt x="144218" y="13751"/>
                        </a:cubicBezTo>
                        <a:lnTo>
                          <a:pt x="144218" y="36666"/>
                        </a:lnTo>
                        <a:lnTo>
                          <a:pt x="143256" y="36666"/>
                        </a:lnTo>
                        <a:lnTo>
                          <a:pt x="105589" y="36666"/>
                        </a:lnTo>
                        <a:lnTo>
                          <a:pt x="105589" y="11916"/>
                        </a:lnTo>
                        <a:lnTo>
                          <a:pt x="142358" y="11916"/>
                        </a:lnTo>
                        <a:close/>
                        <a:moveTo>
                          <a:pt x="21143" y="154004"/>
                        </a:moveTo>
                        <a:cubicBezTo>
                          <a:pt x="20207" y="154004"/>
                          <a:pt x="19289" y="153087"/>
                          <a:pt x="19289" y="152169"/>
                        </a:cubicBezTo>
                        <a:lnTo>
                          <a:pt x="19289" y="92582"/>
                        </a:lnTo>
                        <a:lnTo>
                          <a:pt x="40394" y="92582"/>
                        </a:lnTo>
                        <a:lnTo>
                          <a:pt x="40394" y="120085"/>
                        </a:lnTo>
                        <a:lnTo>
                          <a:pt x="87237" y="120085"/>
                        </a:lnTo>
                        <a:lnTo>
                          <a:pt x="87237" y="92582"/>
                        </a:lnTo>
                        <a:lnTo>
                          <a:pt x="108348" y="92582"/>
                        </a:lnTo>
                        <a:lnTo>
                          <a:pt x="108348" y="120085"/>
                        </a:lnTo>
                        <a:lnTo>
                          <a:pt x="156154" y="120085"/>
                        </a:lnTo>
                        <a:lnTo>
                          <a:pt x="156154" y="92582"/>
                        </a:lnTo>
                        <a:lnTo>
                          <a:pt x="177265" y="92582"/>
                        </a:lnTo>
                        <a:lnTo>
                          <a:pt x="177265" y="152169"/>
                        </a:lnTo>
                        <a:cubicBezTo>
                          <a:pt x="177265" y="153087"/>
                          <a:pt x="176303" y="154004"/>
                          <a:pt x="175404" y="154004"/>
                        </a:cubicBezTo>
                        <a:lnTo>
                          <a:pt x="173608" y="154004"/>
                        </a:lnTo>
                        <a:lnTo>
                          <a:pt x="22940" y="154004"/>
                        </a:lnTo>
                        <a:lnTo>
                          <a:pt x="21143" y="154004"/>
                        </a:lnTo>
                        <a:close/>
                      </a:path>
                    </a:pathLst>
                  </a:custGeom>
                  <a:solidFill>
                    <a:srgbClr val="2C5967"/>
                  </a:solidFill>
                  <a:ln w="641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810"/>
                  </a:p>
                </p:txBody>
              </p:sp>
              <p:sp>
                <p:nvSpPr>
                  <p:cNvPr id="1586" name="Freeform: Shape 854">
                    <a:extLst>
                      <a:ext uri="{FF2B5EF4-FFF2-40B4-BE49-F238E27FC236}">
                        <a16:creationId xmlns:a16="http://schemas.microsoft.com/office/drawing/2014/main" id="{5B5424DD-EA5F-3B73-4159-9CC730B0A3BF}"/>
                      </a:ext>
                    </a:extLst>
                  </p:cNvPr>
                  <p:cNvSpPr/>
                  <p:nvPr/>
                </p:nvSpPr>
                <p:spPr>
                  <a:xfrm>
                    <a:off x="6199036" y="2910836"/>
                    <a:ext cx="99169" cy="99005"/>
                  </a:xfrm>
                  <a:custGeom>
                    <a:avLst/>
                    <a:gdLst>
                      <a:gd name="connsiteX0" fmla="*/ 49538 w 99169"/>
                      <a:gd name="connsiteY0" fmla="*/ 0 h 99005"/>
                      <a:gd name="connsiteX1" fmla="*/ 0 w 99169"/>
                      <a:gd name="connsiteY1" fmla="*/ 49506 h 99005"/>
                      <a:gd name="connsiteX2" fmla="*/ 49538 w 99169"/>
                      <a:gd name="connsiteY2" fmla="*/ 99005 h 99005"/>
                      <a:gd name="connsiteX3" fmla="*/ 99140 w 99169"/>
                      <a:gd name="connsiteY3" fmla="*/ 49506 h 99005"/>
                      <a:gd name="connsiteX4" fmla="*/ 49538 w 99169"/>
                      <a:gd name="connsiteY4" fmla="*/ 0 h 99005"/>
                      <a:gd name="connsiteX5" fmla="*/ 49538 w 99169"/>
                      <a:gd name="connsiteY5" fmla="*/ 86172 h 99005"/>
                      <a:gd name="connsiteX6" fmla="*/ 13732 w 99169"/>
                      <a:gd name="connsiteY6" fmla="*/ 50424 h 99005"/>
                      <a:gd name="connsiteX7" fmla="*/ 49538 w 99169"/>
                      <a:gd name="connsiteY7" fmla="*/ 14669 h 99005"/>
                      <a:gd name="connsiteX8" fmla="*/ 85408 w 99169"/>
                      <a:gd name="connsiteY8" fmla="*/ 50424 h 99005"/>
                      <a:gd name="connsiteX9" fmla="*/ 49538 w 99169"/>
                      <a:gd name="connsiteY9" fmla="*/ 86172 h 99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99169" h="99005">
                        <a:moveTo>
                          <a:pt x="49538" y="0"/>
                        </a:moveTo>
                        <a:cubicBezTo>
                          <a:pt x="22010" y="0"/>
                          <a:pt x="0" y="22003"/>
                          <a:pt x="0" y="49506"/>
                        </a:cubicBezTo>
                        <a:cubicBezTo>
                          <a:pt x="0" y="77002"/>
                          <a:pt x="22010" y="99005"/>
                          <a:pt x="49538" y="99005"/>
                        </a:cubicBezTo>
                        <a:cubicBezTo>
                          <a:pt x="77130" y="99005"/>
                          <a:pt x="99140" y="77002"/>
                          <a:pt x="99140" y="49506"/>
                        </a:cubicBezTo>
                        <a:cubicBezTo>
                          <a:pt x="100103" y="22921"/>
                          <a:pt x="77130" y="0"/>
                          <a:pt x="49538" y="0"/>
                        </a:cubicBezTo>
                        <a:close/>
                        <a:moveTo>
                          <a:pt x="49538" y="86172"/>
                        </a:moveTo>
                        <a:cubicBezTo>
                          <a:pt x="29389" y="86172"/>
                          <a:pt x="13732" y="69674"/>
                          <a:pt x="13732" y="50424"/>
                        </a:cubicBezTo>
                        <a:cubicBezTo>
                          <a:pt x="13732" y="31173"/>
                          <a:pt x="30287" y="14669"/>
                          <a:pt x="49538" y="14669"/>
                        </a:cubicBezTo>
                        <a:cubicBezTo>
                          <a:pt x="68853" y="14669"/>
                          <a:pt x="85408" y="31173"/>
                          <a:pt x="85408" y="50424"/>
                        </a:cubicBezTo>
                        <a:cubicBezTo>
                          <a:pt x="85408" y="69674"/>
                          <a:pt x="69751" y="86172"/>
                          <a:pt x="49538" y="86172"/>
                        </a:cubicBezTo>
                        <a:close/>
                      </a:path>
                    </a:pathLst>
                  </a:custGeom>
                  <a:solidFill>
                    <a:srgbClr val="2C5967"/>
                  </a:solidFill>
                  <a:ln w="641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810"/>
                  </a:p>
                </p:txBody>
              </p:sp>
              <p:sp>
                <p:nvSpPr>
                  <p:cNvPr id="1587" name="Freeform: Shape 855">
                    <a:extLst>
                      <a:ext uri="{FF2B5EF4-FFF2-40B4-BE49-F238E27FC236}">
                        <a16:creationId xmlns:a16="http://schemas.microsoft.com/office/drawing/2014/main" id="{AE8DE600-096A-209E-5C93-27F02B7AE98B}"/>
                      </a:ext>
                    </a:extLst>
                  </p:cNvPr>
                  <p:cNvSpPr/>
                  <p:nvPr/>
                </p:nvSpPr>
                <p:spPr>
                  <a:xfrm>
                    <a:off x="6225666" y="2943838"/>
                    <a:ext cx="45880" cy="39418"/>
                  </a:xfrm>
                  <a:custGeom>
                    <a:avLst/>
                    <a:gdLst>
                      <a:gd name="connsiteX0" fmla="*/ 35806 w 45880"/>
                      <a:gd name="connsiteY0" fmla="*/ 0 h 39418"/>
                      <a:gd name="connsiteX1" fmla="*/ 16491 w 45880"/>
                      <a:gd name="connsiteY1" fmla="*/ 19251 h 39418"/>
                      <a:gd name="connsiteX2" fmla="*/ 10074 w 45880"/>
                      <a:gd name="connsiteY2" fmla="*/ 13751 h 39418"/>
                      <a:gd name="connsiteX3" fmla="*/ 0 w 45880"/>
                      <a:gd name="connsiteY3" fmla="*/ 23832 h 39418"/>
                      <a:gd name="connsiteX4" fmla="*/ 16491 w 45880"/>
                      <a:gd name="connsiteY4" fmla="*/ 39419 h 39418"/>
                      <a:gd name="connsiteX5" fmla="*/ 45881 w 45880"/>
                      <a:gd name="connsiteY5" fmla="*/ 10081 h 39418"/>
                      <a:gd name="connsiteX6" fmla="*/ 35806 w 45880"/>
                      <a:gd name="connsiteY6" fmla="*/ 0 h 394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5880" h="39418">
                        <a:moveTo>
                          <a:pt x="35806" y="0"/>
                        </a:moveTo>
                        <a:lnTo>
                          <a:pt x="16491" y="19251"/>
                        </a:lnTo>
                        <a:lnTo>
                          <a:pt x="10074" y="13751"/>
                        </a:lnTo>
                        <a:lnTo>
                          <a:pt x="0" y="23832"/>
                        </a:lnTo>
                        <a:lnTo>
                          <a:pt x="16491" y="39419"/>
                        </a:lnTo>
                        <a:lnTo>
                          <a:pt x="45881" y="10081"/>
                        </a:lnTo>
                        <a:lnTo>
                          <a:pt x="35806" y="0"/>
                        </a:lnTo>
                        <a:close/>
                      </a:path>
                    </a:pathLst>
                  </a:custGeom>
                  <a:solidFill>
                    <a:srgbClr val="2C5967"/>
                  </a:solidFill>
                  <a:ln w="641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810"/>
                  </a:p>
                </p:txBody>
              </p:sp>
              <p:sp>
                <p:nvSpPr>
                  <p:cNvPr id="1588" name="Freeform: Shape 856">
                    <a:extLst>
                      <a:ext uri="{FF2B5EF4-FFF2-40B4-BE49-F238E27FC236}">
                        <a16:creationId xmlns:a16="http://schemas.microsoft.com/office/drawing/2014/main" id="{06A08677-A6D6-5E22-38CF-FE4FA2725596}"/>
                      </a:ext>
                    </a:extLst>
                  </p:cNvPr>
                  <p:cNvSpPr/>
                  <p:nvPr/>
                </p:nvSpPr>
                <p:spPr>
                  <a:xfrm>
                    <a:off x="6153091" y="2831087"/>
                    <a:ext cx="64296" cy="51334"/>
                  </a:xfrm>
                  <a:custGeom>
                    <a:avLst/>
                    <a:gdLst>
                      <a:gd name="connsiteX0" fmla="*/ 28491 w 64296"/>
                      <a:gd name="connsiteY0" fmla="*/ 10087 h 51334"/>
                      <a:gd name="connsiteX1" fmla="*/ 37667 w 64296"/>
                      <a:gd name="connsiteY1" fmla="*/ 19251 h 51334"/>
                      <a:gd name="connsiteX2" fmla="*/ 0 w 64296"/>
                      <a:gd name="connsiteY2" fmla="*/ 19251 h 51334"/>
                      <a:gd name="connsiteX3" fmla="*/ 0 w 64296"/>
                      <a:gd name="connsiteY3" fmla="*/ 33002 h 51334"/>
                      <a:gd name="connsiteX4" fmla="*/ 37667 w 64296"/>
                      <a:gd name="connsiteY4" fmla="*/ 33002 h 51334"/>
                      <a:gd name="connsiteX5" fmla="*/ 28491 w 64296"/>
                      <a:gd name="connsiteY5" fmla="*/ 42172 h 51334"/>
                      <a:gd name="connsiteX6" fmla="*/ 38565 w 64296"/>
                      <a:gd name="connsiteY6" fmla="*/ 51335 h 51334"/>
                      <a:gd name="connsiteX7" fmla="*/ 64297 w 64296"/>
                      <a:gd name="connsiteY7" fmla="*/ 25667 h 51334"/>
                      <a:gd name="connsiteX8" fmla="*/ 38565 w 64296"/>
                      <a:gd name="connsiteY8" fmla="*/ 0 h 51334"/>
                      <a:gd name="connsiteX9" fmla="*/ 28491 w 64296"/>
                      <a:gd name="connsiteY9" fmla="*/ 10087 h 513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64296" h="51334">
                        <a:moveTo>
                          <a:pt x="28491" y="10087"/>
                        </a:moveTo>
                        <a:lnTo>
                          <a:pt x="37667" y="19251"/>
                        </a:lnTo>
                        <a:lnTo>
                          <a:pt x="0" y="19251"/>
                        </a:lnTo>
                        <a:lnTo>
                          <a:pt x="0" y="33002"/>
                        </a:lnTo>
                        <a:lnTo>
                          <a:pt x="37667" y="33002"/>
                        </a:lnTo>
                        <a:lnTo>
                          <a:pt x="28491" y="42172"/>
                        </a:lnTo>
                        <a:lnTo>
                          <a:pt x="38565" y="51335"/>
                        </a:lnTo>
                        <a:lnTo>
                          <a:pt x="64297" y="25667"/>
                        </a:lnTo>
                        <a:lnTo>
                          <a:pt x="38565" y="0"/>
                        </a:lnTo>
                        <a:lnTo>
                          <a:pt x="28491" y="10087"/>
                        </a:lnTo>
                        <a:close/>
                      </a:path>
                    </a:pathLst>
                  </a:custGeom>
                  <a:solidFill>
                    <a:srgbClr val="2C5967"/>
                  </a:solidFill>
                  <a:ln w="641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810"/>
                  </a:p>
                </p:txBody>
              </p:sp>
              <p:sp>
                <p:nvSpPr>
                  <p:cNvPr id="1589" name="Freeform: Shape 857">
                    <a:extLst>
                      <a:ext uri="{FF2B5EF4-FFF2-40B4-BE49-F238E27FC236}">
                        <a16:creationId xmlns:a16="http://schemas.microsoft.com/office/drawing/2014/main" id="{0E13EF4B-DE86-AA54-9E2E-EBF041BD431C}"/>
                      </a:ext>
                    </a:extLst>
                  </p:cNvPr>
                  <p:cNvSpPr/>
                  <p:nvPr/>
                </p:nvSpPr>
                <p:spPr>
                  <a:xfrm>
                    <a:off x="6118184" y="2868671"/>
                    <a:ext cx="63398" cy="51334"/>
                  </a:xfrm>
                  <a:custGeom>
                    <a:avLst/>
                    <a:gdLst>
                      <a:gd name="connsiteX0" fmla="*/ 35806 w 63398"/>
                      <a:gd name="connsiteY0" fmla="*/ 10087 h 51334"/>
                      <a:gd name="connsiteX1" fmla="*/ 25732 w 63398"/>
                      <a:gd name="connsiteY1" fmla="*/ 0 h 51334"/>
                      <a:gd name="connsiteX2" fmla="*/ 0 w 63398"/>
                      <a:gd name="connsiteY2" fmla="*/ 25667 h 51334"/>
                      <a:gd name="connsiteX3" fmla="*/ 25732 w 63398"/>
                      <a:gd name="connsiteY3" fmla="*/ 51335 h 51334"/>
                      <a:gd name="connsiteX4" fmla="*/ 35806 w 63398"/>
                      <a:gd name="connsiteY4" fmla="*/ 41254 h 51334"/>
                      <a:gd name="connsiteX5" fmla="*/ 27529 w 63398"/>
                      <a:gd name="connsiteY5" fmla="*/ 33919 h 51334"/>
                      <a:gd name="connsiteX6" fmla="*/ 63398 w 63398"/>
                      <a:gd name="connsiteY6" fmla="*/ 33919 h 51334"/>
                      <a:gd name="connsiteX7" fmla="*/ 63398 w 63398"/>
                      <a:gd name="connsiteY7" fmla="*/ 20168 h 51334"/>
                      <a:gd name="connsiteX8" fmla="*/ 25732 w 63398"/>
                      <a:gd name="connsiteY8" fmla="*/ 20168 h 51334"/>
                      <a:gd name="connsiteX9" fmla="*/ 35806 w 63398"/>
                      <a:gd name="connsiteY9" fmla="*/ 10087 h 513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63398" h="51334">
                        <a:moveTo>
                          <a:pt x="35806" y="10087"/>
                        </a:moveTo>
                        <a:lnTo>
                          <a:pt x="25732" y="0"/>
                        </a:lnTo>
                        <a:lnTo>
                          <a:pt x="0" y="25667"/>
                        </a:lnTo>
                        <a:lnTo>
                          <a:pt x="25732" y="51335"/>
                        </a:lnTo>
                        <a:lnTo>
                          <a:pt x="35806" y="41254"/>
                        </a:lnTo>
                        <a:lnTo>
                          <a:pt x="27529" y="33919"/>
                        </a:lnTo>
                        <a:lnTo>
                          <a:pt x="63398" y="33919"/>
                        </a:lnTo>
                        <a:lnTo>
                          <a:pt x="63398" y="20168"/>
                        </a:lnTo>
                        <a:lnTo>
                          <a:pt x="25732" y="20168"/>
                        </a:lnTo>
                        <a:lnTo>
                          <a:pt x="35806" y="10087"/>
                        </a:lnTo>
                        <a:close/>
                      </a:path>
                    </a:pathLst>
                  </a:custGeom>
                  <a:solidFill>
                    <a:srgbClr val="2C5967"/>
                  </a:solidFill>
                  <a:ln w="641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810"/>
                  </a:p>
                </p:txBody>
              </p:sp>
            </p:grpSp>
          </p:grpSp>
          <p:grpSp>
            <p:nvGrpSpPr>
              <p:cNvPr id="1590" name="Graphic 3">
                <a:extLst>
                  <a:ext uri="{FF2B5EF4-FFF2-40B4-BE49-F238E27FC236}">
                    <a16:creationId xmlns:a16="http://schemas.microsoft.com/office/drawing/2014/main" id="{B94182E8-AC35-E161-4A6C-1DD14C1BD68E}"/>
                  </a:ext>
                </a:extLst>
              </p:cNvPr>
              <p:cNvGrpSpPr/>
              <p:nvPr/>
            </p:nvGrpSpPr>
            <p:grpSpPr>
              <a:xfrm>
                <a:off x="6069512" y="2645916"/>
                <a:ext cx="228693" cy="363924"/>
                <a:chOff x="6069512" y="2645916"/>
                <a:chExt cx="228693" cy="363924"/>
              </a:xfrm>
              <a:solidFill>
                <a:srgbClr val="2C5967"/>
              </a:solidFill>
            </p:grpSpPr>
            <p:sp>
              <p:nvSpPr>
                <p:cNvPr id="1591" name="Freeform: Shape 859">
                  <a:extLst>
                    <a:ext uri="{FF2B5EF4-FFF2-40B4-BE49-F238E27FC236}">
                      <a16:creationId xmlns:a16="http://schemas.microsoft.com/office/drawing/2014/main" id="{100E82BF-8199-0B8D-5030-E984C850E831}"/>
                    </a:ext>
                  </a:extLst>
                </p:cNvPr>
                <p:cNvSpPr/>
                <p:nvPr/>
              </p:nvSpPr>
              <p:spPr>
                <a:xfrm>
                  <a:off x="6069512" y="2645916"/>
                  <a:ext cx="212172" cy="352926"/>
                </a:xfrm>
                <a:custGeom>
                  <a:avLst/>
                  <a:gdLst>
                    <a:gd name="connsiteX0" fmla="*/ 13777 w 212172"/>
                    <a:gd name="connsiteY0" fmla="*/ 338257 h 352926"/>
                    <a:gd name="connsiteX1" fmla="*/ 13777 w 212172"/>
                    <a:gd name="connsiteY1" fmla="*/ 313508 h 352926"/>
                    <a:gd name="connsiteX2" fmla="*/ 15612 w 212172"/>
                    <a:gd name="connsiteY2" fmla="*/ 313508 h 352926"/>
                    <a:gd name="connsiteX3" fmla="*/ 119385 w 212172"/>
                    <a:gd name="connsiteY3" fmla="*/ 313508 h 352926"/>
                    <a:gd name="connsiteX4" fmla="*/ 121246 w 212172"/>
                    <a:gd name="connsiteY4" fmla="*/ 299756 h 352926"/>
                    <a:gd name="connsiteX5" fmla="*/ 30319 w 212172"/>
                    <a:gd name="connsiteY5" fmla="*/ 299756 h 352926"/>
                    <a:gd name="connsiteX6" fmla="*/ 36736 w 212172"/>
                    <a:gd name="connsiteY6" fmla="*/ 167756 h 352926"/>
                    <a:gd name="connsiteX7" fmla="*/ 159811 w 212172"/>
                    <a:gd name="connsiteY7" fmla="*/ 167756 h 352926"/>
                    <a:gd name="connsiteX8" fmla="*/ 163469 w 212172"/>
                    <a:gd name="connsiteY8" fmla="*/ 257591 h 352926"/>
                    <a:gd name="connsiteX9" fmla="*/ 177265 w 212172"/>
                    <a:gd name="connsiteY9" fmla="*/ 255756 h 352926"/>
                    <a:gd name="connsiteX10" fmla="*/ 173608 w 212172"/>
                    <a:gd name="connsiteY10" fmla="*/ 168673 h 352926"/>
                    <a:gd name="connsiteX11" fmla="*/ 174506 w 212172"/>
                    <a:gd name="connsiteY11" fmla="*/ 168673 h 352926"/>
                    <a:gd name="connsiteX12" fmla="*/ 190099 w 212172"/>
                    <a:gd name="connsiteY12" fmla="*/ 153087 h 352926"/>
                    <a:gd name="connsiteX13" fmla="*/ 190099 w 212172"/>
                    <a:gd name="connsiteY13" fmla="*/ 79749 h 352926"/>
                    <a:gd name="connsiteX14" fmla="*/ 141459 w 212172"/>
                    <a:gd name="connsiteY14" fmla="*/ 79749 h 352926"/>
                    <a:gd name="connsiteX15" fmla="*/ 141459 w 212172"/>
                    <a:gd name="connsiteY15" fmla="*/ 107251 h 352926"/>
                    <a:gd name="connsiteX16" fmla="*/ 122144 w 212172"/>
                    <a:gd name="connsiteY16" fmla="*/ 107251 h 352926"/>
                    <a:gd name="connsiteX17" fmla="*/ 122144 w 212172"/>
                    <a:gd name="connsiteY17" fmla="*/ 79749 h 352926"/>
                    <a:gd name="connsiteX18" fmla="*/ 104691 w 212172"/>
                    <a:gd name="connsiteY18" fmla="*/ 79749 h 352926"/>
                    <a:gd name="connsiteX19" fmla="*/ 104691 w 212172"/>
                    <a:gd name="connsiteY19" fmla="*/ 52252 h 352926"/>
                    <a:gd name="connsiteX20" fmla="*/ 142358 w 212172"/>
                    <a:gd name="connsiteY20" fmla="*/ 52252 h 352926"/>
                    <a:gd name="connsiteX21" fmla="*/ 143256 w 212172"/>
                    <a:gd name="connsiteY21" fmla="*/ 53170 h 352926"/>
                    <a:gd name="connsiteX22" fmla="*/ 158913 w 212172"/>
                    <a:gd name="connsiteY22" fmla="*/ 67833 h 352926"/>
                    <a:gd name="connsiteX23" fmla="*/ 212173 w 212172"/>
                    <a:gd name="connsiteY23" fmla="*/ 67833 h 352926"/>
                    <a:gd name="connsiteX24" fmla="*/ 196516 w 212172"/>
                    <a:gd name="connsiteY24" fmla="*/ 42165 h 352926"/>
                    <a:gd name="connsiteX25" fmla="*/ 212173 w 212172"/>
                    <a:gd name="connsiteY25" fmla="*/ 15580 h 352926"/>
                    <a:gd name="connsiteX26" fmla="*/ 157951 w 212172"/>
                    <a:gd name="connsiteY26" fmla="*/ 15580 h 352926"/>
                    <a:gd name="connsiteX27" fmla="*/ 142358 w 212172"/>
                    <a:gd name="connsiteY27" fmla="*/ 0 h 352926"/>
                    <a:gd name="connsiteX28" fmla="*/ 105589 w 212172"/>
                    <a:gd name="connsiteY28" fmla="*/ 0 h 352926"/>
                    <a:gd name="connsiteX29" fmla="*/ 100135 w 212172"/>
                    <a:gd name="connsiteY29" fmla="*/ 0 h 352926"/>
                    <a:gd name="connsiteX30" fmla="*/ 90894 w 212172"/>
                    <a:gd name="connsiteY30" fmla="*/ 0 h 352926"/>
                    <a:gd name="connsiteX31" fmla="*/ 90894 w 212172"/>
                    <a:gd name="connsiteY31" fmla="*/ 80666 h 352926"/>
                    <a:gd name="connsiteX32" fmla="*/ 73441 w 212172"/>
                    <a:gd name="connsiteY32" fmla="*/ 80666 h 352926"/>
                    <a:gd name="connsiteX33" fmla="*/ 73441 w 212172"/>
                    <a:gd name="connsiteY33" fmla="*/ 108169 h 352926"/>
                    <a:gd name="connsiteX34" fmla="*/ 54190 w 212172"/>
                    <a:gd name="connsiteY34" fmla="*/ 108169 h 352926"/>
                    <a:gd name="connsiteX35" fmla="*/ 54190 w 212172"/>
                    <a:gd name="connsiteY35" fmla="*/ 80666 h 352926"/>
                    <a:gd name="connsiteX36" fmla="*/ 5512 w 212172"/>
                    <a:gd name="connsiteY36" fmla="*/ 80666 h 352926"/>
                    <a:gd name="connsiteX37" fmla="*/ 5512 w 212172"/>
                    <a:gd name="connsiteY37" fmla="*/ 154004 h 352926"/>
                    <a:gd name="connsiteX38" fmla="*/ 21143 w 212172"/>
                    <a:gd name="connsiteY38" fmla="*/ 169584 h 352926"/>
                    <a:gd name="connsiteX39" fmla="*/ 22940 w 212172"/>
                    <a:gd name="connsiteY39" fmla="*/ 169584 h 352926"/>
                    <a:gd name="connsiteX40" fmla="*/ 16530 w 212172"/>
                    <a:gd name="connsiteY40" fmla="*/ 300674 h 352926"/>
                    <a:gd name="connsiteX41" fmla="*/ 0 w 212172"/>
                    <a:gd name="connsiteY41" fmla="*/ 300674 h 352926"/>
                    <a:gd name="connsiteX42" fmla="*/ 0 w 212172"/>
                    <a:gd name="connsiteY42" fmla="*/ 352926 h 352926"/>
                    <a:gd name="connsiteX43" fmla="*/ 132219 w 212172"/>
                    <a:gd name="connsiteY43" fmla="*/ 352926 h 352926"/>
                    <a:gd name="connsiteX44" fmla="*/ 124006 w 212172"/>
                    <a:gd name="connsiteY44" fmla="*/ 339175 h 352926"/>
                    <a:gd name="connsiteX45" fmla="*/ 13777 w 212172"/>
                    <a:gd name="connsiteY45" fmla="*/ 339175 h 352926"/>
                    <a:gd name="connsiteX46" fmla="*/ 13777 w 212172"/>
                    <a:gd name="connsiteY46" fmla="*/ 338257 h 352926"/>
                    <a:gd name="connsiteX47" fmla="*/ 187339 w 212172"/>
                    <a:gd name="connsiteY47" fmla="*/ 27503 h 352926"/>
                    <a:gd name="connsiteX48" fmla="*/ 180024 w 212172"/>
                    <a:gd name="connsiteY48" fmla="*/ 40336 h 352926"/>
                    <a:gd name="connsiteX49" fmla="*/ 187339 w 212172"/>
                    <a:gd name="connsiteY49" fmla="*/ 52252 h 352926"/>
                    <a:gd name="connsiteX50" fmla="*/ 158913 w 212172"/>
                    <a:gd name="connsiteY50" fmla="*/ 52252 h 352926"/>
                    <a:gd name="connsiteX51" fmla="*/ 157951 w 212172"/>
                    <a:gd name="connsiteY51" fmla="*/ 51335 h 352926"/>
                    <a:gd name="connsiteX52" fmla="*/ 157951 w 212172"/>
                    <a:gd name="connsiteY52" fmla="*/ 27503 h 352926"/>
                    <a:gd name="connsiteX53" fmla="*/ 187339 w 212172"/>
                    <a:gd name="connsiteY53" fmla="*/ 27503 h 352926"/>
                    <a:gd name="connsiteX54" fmla="*/ 142358 w 212172"/>
                    <a:gd name="connsiteY54" fmla="*/ 11916 h 352926"/>
                    <a:gd name="connsiteX55" fmla="*/ 144218 w 212172"/>
                    <a:gd name="connsiteY55" fmla="*/ 13751 h 352926"/>
                    <a:gd name="connsiteX56" fmla="*/ 144218 w 212172"/>
                    <a:gd name="connsiteY56" fmla="*/ 36666 h 352926"/>
                    <a:gd name="connsiteX57" fmla="*/ 143256 w 212172"/>
                    <a:gd name="connsiteY57" fmla="*/ 36666 h 352926"/>
                    <a:gd name="connsiteX58" fmla="*/ 105589 w 212172"/>
                    <a:gd name="connsiteY58" fmla="*/ 36666 h 352926"/>
                    <a:gd name="connsiteX59" fmla="*/ 105589 w 212172"/>
                    <a:gd name="connsiteY59" fmla="*/ 11916 h 352926"/>
                    <a:gd name="connsiteX60" fmla="*/ 142358 w 212172"/>
                    <a:gd name="connsiteY60" fmla="*/ 11916 h 352926"/>
                    <a:gd name="connsiteX61" fmla="*/ 21143 w 212172"/>
                    <a:gd name="connsiteY61" fmla="*/ 154004 h 352926"/>
                    <a:gd name="connsiteX62" fmla="*/ 19283 w 212172"/>
                    <a:gd name="connsiteY62" fmla="*/ 152169 h 352926"/>
                    <a:gd name="connsiteX63" fmla="*/ 19283 w 212172"/>
                    <a:gd name="connsiteY63" fmla="*/ 92582 h 352926"/>
                    <a:gd name="connsiteX64" fmla="*/ 40394 w 212172"/>
                    <a:gd name="connsiteY64" fmla="*/ 92582 h 352926"/>
                    <a:gd name="connsiteX65" fmla="*/ 40394 w 212172"/>
                    <a:gd name="connsiteY65" fmla="*/ 120085 h 352926"/>
                    <a:gd name="connsiteX66" fmla="*/ 87237 w 212172"/>
                    <a:gd name="connsiteY66" fmla="*/ 120085 h 352926"/>
                    <a:gd name="connsiteX67" fmla="*/ 87237 w 212172"/>
                    <a:gd name="connsiteY67" fmla="*/ 92582 h 352926"/>
                    <a:gd name="connsiteX68" fmla="*/ 108348 w 212172"/>
                    <a:gd name="connsiteY68" fmla="*/ 92582 h 352926"/>
                    <a:gd name="connsiteX69" fmla="*/ 108348 w 212172"/>
                    <a:gd name="connsiteY69" fmla="*/ 120085 h 352926"/>
                    <a:gd name="connsiteX70" fmla="*/ 156154 w 212172"/>
                    <a:gd name="connsiteY70" fmla="*/ 120085 h 352926"/>
                    <a:gd name="connsiteX71" fmla="*/ 156154 w 212172"/>
                    <a:gd name="connsiteY71" fmla="*/ 92582 h 352926"/>
                    <a:gd name="connsiteX72" fmla="*/ 177265 w 212172"/>
                    <a:gd name="connsiteY72" fmla="*/ 92582 h 352926"/>
                    <a:gd name="connsiteX73" fmla="*/ 177265 w 212172"/>
                    <a:gd name="connsiteY73" fmla="*/ 152169 h 352926"/>
                    <a:gd name="connsiteX74" fmla="*/ 175404 w 212172"/>
                    <a:gd name="connsiteY74" fmla="*/ 154004 h 352926"/>
                    <a:gd name="connsiteX75" fmla="*/ 173608 w 212172"/>
                    <a:gd name="connsiteY75" fmla="*/ 154004 h 352926"/>
                    <a:gd name="connsiteX76" fmla="*/ 22940 w 212172"/>
                    <a:gd name="connsiteY76" fmla="*/ 154004 h 352926"/>
                    <a:gd name="connsiteX77" fmla="*/ 21143 w 212172"/>
                    <a:gd name="connsiteY77" fmla="*/ 154004 h 352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212172" h="352926">
                      <a:moveTo>
                        <a:pt x="13777" y="338257"/>
                      </a:moveTo>
                      <a:lnTo>
                        <a:pt x="13777" y="313508"/>
                      </a:lnTo>
                      <a:lnTo>
                        <a:pt x="15612" y="313508"/>
                      </a:lnTo>
                      <a:lnTo>
                        <a:pt x="119385" y="313508"/>
                      </a:lnTo>
                      <a:cubicBezTo>
                        <a:pt x="119385" y="308926"/>
                        <a:pt x="120284" y="304338"/>
                        <a:pt x="121246" y="299756"/>
                      </a:cubicBezTo>
                      <a:lnTo>
                        <a:pt x="30319" y="299756"/>
                      </a:lnTo>
                      <a:lnTo>
                        <a:pt x="36736" y="167756"/>
                      </a:lnTo>
                      <a:lnTo>
                        <a:pt x="159811" y="167756"/>
                      </a:lnTo>
                      <a:lnTo>
                        <a:pt x="163469" y="257591"/>
                      </a:lnTo>
                      <a:cubicBezTo>
                        <a:pt x="168089" y="256674"/>
                        <a:pt x="172645" y="255756"/>
                        <a:pt x="177265" y="255756"/>
                      </a:cubicBezTo>
                      <a:lnTo>
                        <a:pt x="173608" y="168673"/>
                      </a:lnTo>
                      <a:lnTo>
                        <a:pt x="174506" y="168673"/>
                      </a:lnTo>
                      <a:cubicBezTo>
                        <a:pt x="182784" y="168673"/>
                        <a:pt x="190099" y="161339"/>
                        <a:pt x="190099" y="153087"/>
                      </a:cubicBezTo>
                      <a:lnTo>
                        <a:pt x="190099" y="79749"/>
                      </a:lnTo>
                      <a:lnTo>
                        <a:pt x="141459" y="79749"/>
                      </a:lnTo>
                      <a:lnTo>
                        <a:pt x="141459" y="107251"/>
                      </a:lnTo>
                      <a:lnTo>
                        <a:pt x="122144" y="107251"/>
                      </a:lnTo>
                      <a:lnTo>
                        <a:pt x="122144" y="79749"/>
                      </a:lnTo>
                      <a:lnTo>
                        <a:pt x="104691" y="79749"/>
                      </a:lnTo>
                      <a:lnTo>
                        <a:pt x="104691" y="52252"/>
                      </a:lnTo>
                      <a:lnTo>
                        <a:pt x="142358" y="52252"/>
                      </a:lnTo>
                      <a:cubicBezTo>
                        <a:pt x="143256" y="52252"/>
                        <a:pt x="143256" y="53170"/>
                        <a:pt x="143256" y="53170"/>
                      </a:cubicBezTo>
                      <a:cubicBezTo>
                        <a:pt x="143256" y="61416"/>
                        <a:pt x="150635" y="67833"/>
                        <a:pt x="158913" y="67833"/>
                      </a:cubicBezTo>
                      <a:lnTo>
                        <a:pt x="212173" y="67833"/>
                      </a:lnTo>
                      <a:lnTo>
                        <a:pt x="196516" y="42165"/>
                      </a:lnTo>
                      <a:lnTo>
                        <a:pt x="212173" y="15580"/>
                      </a:lnTo>
                      <a:lnTo>
                        <a:pt x="157951" y="15580"/>
                      </a:lnTo>
                      <a:cubicBezTo>
                        <a:pt x="157951" y="7334"/>
                        <a:pt x="150635" y="0"/>
                        <a:pt x="142358" y="0"/>
                      </a:cubicBezTo>
                      <a:lnTo>
                        <a:pt x="105589" y="0"/>
                      </a:lnTo>
                      <a:lnTo>
                        <a:pt x="100135" y="0"/>
                      </a:lnTo>
                      <a:lnTo>
                        <a:pt x="90894" y="0"/>
                      </a:lnTo>
                      <a:lnTo>
                        <a:pt x="90894" y="80666"/>
                      </a:lnTo>
                      <a:lnTo>
                        <a:pt x="73441" y="80666"/>
                      </a:lnTo>
                      <a:lnTo>
                        <a:pt x="73441" y="108169"/>
                      </a:lnTo>
                      <a:lnTo>
                        <a:pt x="54190" y="108169"/>
                      </a:lnTo>
                      <a:lnTo>
                        <a:pt x="54190" y="80666"/>
                      </a:lnTo>
                      <a:lnTo>
                        <a:pt x="5512" y="80666"/>
                      </a:lnTo>
                      <a:lnTo>
                        <a:pt x="5512" y="154004"/>
                      </a:lnTo>
                      <a:cubicBezTo>
                        <a:pt x="5512" y="162256"/>
                        <a:pt x="12859" y="169584"/>
                        <a:pt x="21143" y="169584"/>
                      </a:cubicBezTo>
                      <a:lnTo>
                        <a:pt x="22940" y="169584"/>
                      </a:lnTo>
                      <a:lnTo>
                        <a:pt x="16530" y="300674"/>
                      </a:lnTo>
                      <a:lnTo>
                        <a:pt x="0" y="300674"/>
                      </a:lnTo>
                      <a:lnTo>
                        <a:pt x="0" y="352926"/>
                      </a:lnTo>
                      <a:lnTo>
                        <a:pt x="132219" y="352926"/>
                      </a:lnTo>
                      <a:cubicBezTo>
                        <a:pt x="128561" y="348345"/>
                        <a:pt x="125802" y="343757"/>
                        <a:pt x="124006" y="339175"/>
                      </a:cubicBezTo>
                      <a:lnTo>
                        <a:pt x="13777" y="339175"/>
                      </a:lnTo>
                      <a:lnTo>
                        <a:pt x="13777" y="338257"/>
                      </a:lnTo>
                      <a:close/>
                      <a:moveTo>
                        <a:pt x="187339" y="27503"/>
                      </a:moveTo>
                      <a:lnTo>
                        <a:pt x="180024" y="40336"/>
                      </a:lnTo>
                      <a:lnTo>
                        <a:pt x="187339" y="52252"/>
                      </a:lnTo>
                      <a:lnTo>
                        <a:pt x="158913" y="52252"/>
                      </a:lnTo>
                      <a:cubicBezTo>
                        <a:pt x="157951" y="52252"/>
                        <a:pt x="157951" y="51335"/>
                        <a:pt x="157951" y="51335"/>
                      </a:cubicBezTo>
                      <a:lnTo>
                        <a:pt x="157951" y="27503"/>
                      </a:lnTo>
                      <a:lnTo>
                        <a:pt x="187339" y="27503"/>
                      </a:lnTo>
                      <a:close/>
                      <a:moveTo>
                        <a:pt x="142358" y="11916"/>
                      </a:moveTo>
                      <a:cubicBezTo>
                        <a:pt x="143256" y="11916"/>
                        <a:pt x="144218" y="12834"/>
                        <a:pt x="144218" y="13751"/>
                      </a:cubicBezTo>
                      <a:lnTo>
                        <a:pt x="144218" y="36666"/>
                      </a:lnTo>
                      <a:lnTo>
                        <a:pt x="143256" y="36666"/>
                      </a:lnTo>
                      <a:lnTo>
                        <a:pt x="105589" y="36666"/>
                      </a:lnTo>
                      <a:lnTo>
                        <a:pt x="105589" y="11916"/>
                      </a:lnTo>
                      <a:lnTo>
                        <a:pt x="142358" y="11916"/>
                      </a:lnTo>
                      <a:close/>
                      <a:moveTo>
                        <a:pt x="21143" y="154004"/>
                      </a:moveTo>
                      <a:cubicBezTo>
                        <a:pt x="20207" y="154004"/>
                        <a:pt x="19283" y="153087"/>
                        <a:pt x="19283" y="152169"/>
                      </a:cubicBezTo>
                      <a:lnTo>
                        <a:pt x="19283" y="92582"/>
                      </a:lnTo>
                      <a:lnTo>
                        <a:pt x="40394" y="92582"/>
                      </a:lnTo>
                      <a:lnTo>
                        <a:pt x="40394" y="120085"/>
                      </a:lnTo>
                      <a:lnTo>
                        <a:pt x="87237" y="120085"/>
                      </a:lnTo>
                      <a:lnTo>
                        <a:pt x="87237" y="92582"/>
                      </a:lnTo>
                      <a:lnTo>
                        <a:pt x="108348" y="92582"/>
                      </a:lnTo>
                      <a:lnTo>
                        <a:pt x="108348" y="120085"/>
                      </a:lnTo>
                      <a:lnTo>
                        <a:pt x="156154" y="120085"/>
                      </a:lnTo>
                      <a:lnTo>
                        <a:pt x="156154" y="92582"/>
                      </a:lnTo>
                      <a:lnTo>
                        <a:pt x="177265" y="92582"/>
                      </a:lnTo>
                      <a:lnTo>
                        <a:pt x="177265" y="152169"/>
                      </a:lnTo>
                      <a:cubicBezTo>
                        <a:pt x="177265" y="153087"/>
                        <a:pt x="176303" y="154004"/>
                        <a:pt x="175404" y="154004"/>
                      </a:cubicBezTo>
                      <a:lnTo>
                        <a:pt x="173608" y="154004"/>
                      </a:lnTo>
                      <a:lnTo>
                        <a:pt x="22940" y="154004"/>
                      </a:lnTo>
                      <a:lnTo>
                        <a:pt x="21143" y="154004"/>
                      </a:lnTo>
                      <a:close/>
                    </a:path>
                  </a:pathLst>
                </a:custGeom>
                <a:solidFill>
                  <a:srgbClr val="2C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592" name="Freeform: Shape 860">
                  <a:extLst>
                    <a:ext uri="{FF2B5EF4-FFF2-40B4-BE49-F238E27FC236}">
                      <a16:creationId xmlns:a16="http://schemas.microsoft.com/office/drawing/2014/main" id="{A10491EB-E6B4-7CE2-EE17-5C222F885977}"/>
                    </a:ext>
                  </a:extLst>
                </p:cNvPr>
                <p:cNvSpPr/>
                <p:nvPr/>
              </p:nvSpPr>
              <p:spPr>
                <a:xfrm>
                  <a:off x="6199036" y="2910836"/>
                  <a:ext cx="99169" cy="99005"/>
                </a:xfrm>
                <a:custGeom>
                  <a:avLst/>
                  <a:gdLst>
                    <a:gd name="connsiteX0" fmla="*/ 49538 w 99169"/>
                    <a:gd name="connsiteY0" fmla="*/ 0 h 99005"/>
                    <a:gd name="connsiteX1" fmla="*/ 0 w 99169"/>
                    <a:gd name="connsiteY1" fmla="*/ 49506 h 99005"/>
                    <a:gd name="connsiteX2" fmla="*/ 49538 w 99169"/>
                    <a:gd name="connsiteY2" fmla="*/ 99005 h 99005"/>
                    <a:gd name="connsiteX3" fmla="*/ 99140 w 99169"/>
                    <a:gd name="connsiteY3" fmla="*/ 49506 h 99005"/>
                    <a:gd name="connsiteX4" fmla="*/ 49538 w 99169"/>
                    <a:gd name="connsiteY4" fmla="*/ 0 h 99005"/>
                    <a:gd name="connsiteX5" fmla="*/ 49538 w 99169"/>
                    <a:gd name="connsiteY5" fmla="*/ 86172 h 99005"/>
                    <a:gd name="connsiteX6" fmla="*/ 13732 w 99169"/>
                    <a:gd name="connsiteY6" fmla="*/ 50424 h 99005"/>
                    <a:gd name="connsiteX7" fmla="*/ 49538 w 99169"/>
                    <a:gd name="connsiteY7" fmla="*/ 14669 h 99005"/>
                    <a:gd name="connsiteX8" fmla="*/ 85408 w 99169"/>
                    <a:gd name="connsiteY8" fmla="*/ 50424 h 99005"/>
                    <a:gd name="connsiteX9" fmla="*/ 49538 w 99169"/>
                    <a:gd name="connsiteY9" fmla="*/ 86172 h 990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9169" h="99005">
                      <a:moveTo>
                        <a:pt x="49538" y="0"/>
                      </a:moveTo>
                      <a:cubicBezTo>
                        <a:pt x="22010" y="0"/>
                        <a:pt x="0" y="22003"/>
                        <a:pt x="0" y="49506"/>
                      </a:cubicBezTo>
                      <a:cubicBezTo>
                        <a:pt x="0" y="77002"/>
                        <a:pt x="22010" y="99005"/>
                        <a:pt x="49538" y="99005"/>
                      </a:cubicBezTo>
                      <a:cubicBezTo>
                        <a:pt x="77130" y="99005"/>
                        <a:pt x="99140" y="77002"/>
                        <a:pt x="99140" y="49506"/>
                      </a:cubicBezTo>
                      <a:cubicBezTo>
                        <a:pt x="100103" y="22921"/>
                        <a:pt x="77130" y="0"/>
                        <a:pt x="49538" y="0"/>
                      </a:cubicBezTo>
                      <a:close/>
                      <a:moveTo>
                        <a:pt x="49538" y="86172"/>
                      </a:moveTo>
                      <a:cubicBezTo>
                        <a:pt x="29325" y="86172"/>
                        <a:pt x="13732" y="69674"/>
                        <a:pt x="13732" y="50424"/>
                      </a:cubicBezTo>
                      <a:cubicBezTo>
                        <a:pt x="13732" y="31173"/>
                        <a:pt x="30287" y="14669"/>
                        <a:pt x="49538" y="14669"/>
                      </a:cubicBezTo>
                      <a:cubicBezTo>
                        <a:pt x="68853" y="14669"/>
                        <a:pt x="85408" y="31173"/>
                        <a:pt x="85408" y="50424"/>
                      </a:cubicBezTo>
                      <a:cubicBezTo>
                        <a:pt x="85408" y="69674"/>
                        <a:pt x="69751" y="86172"/>
                        <a:pt x="49538" y="86172"/>
                      </a:cubicBezTo>
                      <a:close/>
                    </a:path>
                  </a:pathLst>
                </a:custGeom>
                <a:solidFill>
                  <a:srgbClr val="2C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593" name="Freeform: Shape 861">
                  <a:extLst>
                    <a:ext uri="{FF2B5EF4-FFF2-40B4-BE49-F238E27FC236}">
                      <a16:creationId xmlns:a16="http://schemas.microsoft.com/office/drawing/2014/main" id="{2FCD3182-9FD9-1772-0368-968B7902A33F}"/>
                    </a:ext>
                  </a:extLst>
                </p:cNvPr>
                <p:cNvSpPr/>
                <p:nvPr/>
              </p:nvSpPr>
              <p:spPr>
                <a:xfrm>
                  <a:off x="6225666" y="2943838"/>
                  <a:ext cx="45880" cy="39418"/>
                </a:xfrm>
                <a:custGeom>
                  <a:avLst/>
                  <a:gdLst>
                    <a:gd name="connsiteX0" fmla="*/ 35806 w 45880"/>
                    <a:gd name="connsiteY0" fmla="*/ 0 h 39418"/>
                    <a:gd name="connsiteX1" fmla="*/ 16491 w 45880"/>
                    <a:gd name="connsiteY1" fmla="*/ 19251 h 39418"/>
                    <a:gd name="connsiteX2" fmla="*/ 10074 w 45880"/>
                    <a:gd name="connsiteY2" fmla="*/ 13751 h 39418"/>
                    <a:gd name="connsiteX3" fmla="*/ 0 w 45880"/>
                    <a:gd name="connsiteY3" fmla="*/ 23832 h 39418"/>
                    <a:gd name="connsiteX4" fmla="*/ 16491 w 45880"/>
                    <a:gd name="connsiteY4" fmla="*/ 39419 h 39418"/>
                    <a:gd name="connsiteX5" fmla="*/ 45881 w 45880"/>
                    <a:gd name="connsiteY5" fmla="*/ 10081 h 39418"/>
                    <a:gd name="connsiteX6" fmla="*/ 35806 w 45880"/>
                    <a:gd name="connsiteY6" fmla="*/ 0 h 394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5880" h="39418">
                      <a:moveTo>
                        <a:pt x="35806" y="0"/>
                      </a:moveTo>
                      <a:lnTo>
                        <a:pt x="16491" y="19251"/>
                      </a:lnTo>
                      <a:lnTo>
                        <a:pt x="10074" y="13751"/>
                      </a:lnTo>
                      <a:lnTo>
                        <a:pt x="0" y="23832"/>
                      </a:lnTo>
                      <a:lnTo>
                        <a:pt x="16491" y="39419"/>
                      </a:lnTo>
                      <a:lnTo>
                        <a:pt x="45881" y="10081"/>
                      </a:lnTo>
                      <a:lnTo>
                        <a:pt x="35806" y="0"/>
                      </a:lnTo>
                      <a:close/>
                    </a:path>
                  </a:pathLst>
                </a:custGeom>
                <a:solidFill>
                  <a:srgbClr val="2C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594" name="Freeform: Shape 884">
                  <a:extLst>
                    <a:ext uri="{FF2B5EF4-FFF2-40B4-BE49-F238E27FC236}">
                      <a16:creationId xmlns:a16="http://schemas.microsoft.com/office/drawing/2014/main" id="{00601CA7-3360-CCEC-FFE7-21110A9B7C93}"/>
                    </a:ext>
                  </a:extLst>
                </p:cNvPr>
                <p:cNvSpPr/>
                <p:nvPr/>
              </p:nvSpPr>
              <p:spPr>
                <a:xfrm>
                  <a:off x="6153091" y="2831087"/>
                  <a:ext cx="64296" cy="51334"/>
                </a:xfrm>
                <a:custGeom>
                  <a:avLst/>
                  <a:gdLst>
                    <a:gd name="connsiteX0" fmla="*/ 28491 w 64296"/>
                    <a:gd name="connsiteY0" fmla="*/ 10087 h 51334"/>
                    <a:gd name="connsiteX1" fmla="*/ 37667 w 64296"/>
                    <a:gd name="connsiteY1" fmla="*/ 19251 h 51334"/>
                    <a:gd name="connsiteX2" fmla="*/ 0 w 64296"/>
                    <a:gd name="connsiteY2" fmla="*/ 19251 h 51334"/>
                    <a:gd name="connsiteX3" fmla="*/ 0 w 64296"/>
                    <a:gd name="connsiteY3" fmla="*/ 33002 h 51334"/>
                    <a:gd name="connsiteX4" fmla="*/ 37667 w 64296"/>
                    <a:gd name="connsiteY4" fmla="*/ 33002 h 51334"/>
                    <a:gd name="connsiteX5" fmla="*/ 28491 w 64296"/>
                    <a:gd name="connsiteY5" fmla="*/ 42172 h 51334"/>
                    <a:gd name="connsiteX6" fmla="*/ 38565 w 64296"/>
                    <a:gd name="connsiteY6" fmla="*/ 51335 h 51334"/>
                    <a:gd name="connsiteX7" fmla="*/ 64297 w 64296"/>
                    <a:gd name="connsiteY7" fmla="*/ 25667 h 51334"/>
                    <a:gd name="connsiteX8" fmla="*/ 38565 w 64296"/>
                    <a:gd name="connsiteY8" fmla="*/ 0 h 51334"/>
                    <a:gd name="connsiteX9" fmla="*/ 28491 w 64296"/>
                    <a:gd name="connsiteY9" fmla="*/ 10087 h 51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4296" h="51334">
                      <a:moveTo>
                        <a:pt x="28491" y="10087"/>
                      </a:moveTo>
                      <a:lnTo>
                        <a:pt x="37667" y="19251"/>
                      </a:lnTo>
                      <a:lnTo>
                        <a:pt x="0" y="19251"/>
                      </a:lnTo>
                      <a:lnTo>
                        <a:pt x="0" y="33002"/>
                      </a:lnTo>
                      <a:lnTo>
                        <a:pt x="37667" y="33002"/>
                      </a:lnTo>
                      <a:lnTo>
                        <a:pt x="28491" y="42172"/>
                      </a:lnTo>
                      <a:lnTo>
                        <a:pt x="38565" y="51335"/>
                      </a:lnTo>
                      <a:lnTo>
                        <a:pt x="64297" y="25667"/>
                      </a:lnTo>
                      <a:lnTo>
                        <a:pt x="38565" y="0"/>
                      </a:lnTo>
                      <a:lnTo>
                        <a:pt x="28491" y="10087"/>
                      </a:lnTo>
                      <a:close/>
                    </a:path>
                  </a:pathLst>
                </a:custGeom>
                <a:solidFill>
                  <a:srgbClr val="2C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595" name="Freeform: Shape 885">
                  <a:extLst>
                    <a:ext uri="{FF2B5EF4-FFF2-40B4-BE49-F238E27FC236}">
                      <a16:creationId xmlns:a16="http://schemas.microsoft.com/office/drawing/2014/main" id="{63655728-F615-F921-9F9B-E3BF997B4CE0}"/>
                    </a:ext>
                  </a:extLst>
                </p:cNvPr>
                <p:cNvSpPr/>
                <p:nvPr/>
              </p:nvSpPr>
              <p:spPr>
                <a:xfrm>
                  <a:off x="6118184" y="2868671"/>
                  <a:ext cx="63398" cy="51334"/>
                </a:xfrm>
                <a:custGeom>
                  <a:avLst/>
                  <a:gdLst>
                    <a:gd name="connsiteX0" fmla="*/ 35806 w 63398"/>
                    <a:gd name="connsiteY0" fmla="*/ 10087 h 51334"/>
                    <a:gd name="connsiteX1" fmla="*/ 25732 w 63398"/>
                    <a:gd name="connsiteY1" fmla="*/ 0 h 51334"/>
                    <a:gd name="connsiteX2" fmla="*/ 0 w 63398"/>
                    <a:gd name="connsiteY2" fmla="*/ 25667 h 51334"/>
                    <a:gd name="connsiteX3" fmla="*/ 25732 w 63398"/>
                    <a:gd name="connsiteY3" fmla="*/ 51335 h 51334"/>
                    <a:gd name="connsiteX4" fmla="*/ 35806 w 63398"/>
                    <a:gd name="connsiteY4" fmla="*/ 41254 h 51334"/>
                    <a:gd name="connsiteX5" fmla="*/ 27529 w 63398"/>
                    <a:gd name="connsiteY5" fmla="*/ 33919 h 51334"/>
                    <a:gd name="connsiteX6" fmla="*/ 63398 w 63398"/>
                    <a:gd name="connsiteY6" fmla="*/ 33919 h 51334"/>
                    <a:gd name="connsiteX7" fmla="*/ 63398 w 63398"/>
                    <a:gd name="connsiteY7" fmla="*/ 20168 h 51334"/>
                    <a:gd name="connsiteX8" fmla="*/ 25732 w 63398"/>
                    <a:gd name="connsiteY8" fmla="*/ 20168 h 51334"/>
                    <a:gd name="connsiteX9" fmla="*/ 35806 w 63398"/>
                    <a:gd name="connsiteY9" fmla="*/ 10087 h 51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3398" h="51334">
                      <a:moveTo>
                        <a:pt x="35806" y="10087"/>
                      </a:moveTo>
                      <a:lnTo>
                        <a:pt x="25732" y="0"/>
                      </a:lnTo>
                      <a:lnTo>
                        <a:pt x="0" y="25667"/>
                      </a:lnTo>
                      <a:lnTo>
                        <a:pt x="25732" y="51335"/>
                      </a:lnTo>
                      <a:lnTo>
                        <a:pt x="35806" y="41254"/>
                      </a:lnTo>
                      <a:lnTo>
                        <a:pt x="27529" y="33919"/>
                      </a:lnTo>
                      <a:lnTo>
                        <a:pt x="63398" y="33919"/>
                      </a:lnTo>
                      <a:lnTo>
                        <a:pt x="63398" y="20168"/>
                      </a:lnTo>
                      <a:lnTo>
                        <a:pt x="25732" y="20168"/>
                      </a:lnTo>
                      <a:lnTo>
                        <a:pt x="35806" y="10087"/>
                      </a:lnTo>
                      <a:close/>
                    </a:path>
                  </a:pathLst>
                </a:custGeom>
                <a:solidFill>
                  <a:srgbClr val="2C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</p:grpSp>
        </p:grpSp>
        <p:sp>
          <p:nvSpPr>
            <p:cNvPr id="1596" name="TextBox 886">
              <a:extLst>
                <a:ext uri="{FF2B5EF4-FFF2-40B4-BE49-F238E27FC236}">
                  <a16:creationId xmlns:a16="http://schemas.microsoft.com/office/drawing/2014/main" id="{7C97B5A3-1267-83CA-262D-24D971510B23}"/>
                </a:ext>
              </a:extLst>
            </p:cNvPr>
            <p:cNvSpPr txBox="1"/>
            <p:nvPr/>
          </p:nvSpPr>
          <p:spPr>
            <a:xfrm>
              <a:off x="5916714" y="2979438"/>
              <a:ext cx="537327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Bastion VM</a:t>
              </a:r>
              <a:endParaRPr lang="en-US" sz="900" spc="0" baseline="0">
                <a:ln/>
                <a:solidFill>
                  <a:srgbClr val="000000"/>
                </a:solidFill>
                <a:latin typeface="Oracle Sans"/>
                <a:cs typeface="Oracle Sans"/>
                <a:sym typeface="Oracle Sans"/>
                <a:rtl val="0"/>
              </a:endParaRPr>
            </a:p>
            <a:p>
              <a:pPr algn="l"/>
              <a:r>
                <a:rPr lang="en-US" sz="900" b="1" spc="0" baseline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92.5.141.133</a:t>
              </a:r>
              <a:endParaRPr lang="en-US" sz="900" spc="0" baseline="0">
                <a:ln/>
                <a:solidFill>
                  <a:srgbClr val="000000"/>
                </a:solidFill>
                <a:latin typeface="Oracle Sans"/>
                <a:cs typeface="Oracle Sans"/>
                <a:sym typeface="Oracle Sans"/>
                <a:rtl val="0"/>
              </a:endParaRPr>
            </a:p>
          </p:txBody>
        </p:sp>
      </p:grpSp>
      <p:grpSp>
        <p:nvGrpSpPr>
          <p:cNvPr id="1597" name="Graphic 1518">
            <a:extLst>
              <a:ext uri="{FF2B5EF4-FFF2-40B4-BE49-F238E27FC236}">
                <a16:creationId xmlns:a16="http://schemas.microsoft.com/office/drawing/2014/main" id="{80E2BB44-5C78-3E17-C0A5-36C6C77C40DF}"/>
              </a:ext>
            </a:extLst>
          </p:cNvPr>
          <p:cNvGrpSpPr/>
          <p:nvPr/>
        </p:nvGrpSpPr>
        <p:grpSpPr>
          <a:xfrm>
            <a:off x="4448731" y="3129711"/>
            <a:ext cx="713237" cy="700476"/>
            <a:chOff x="3479679" y="3069656"/>
            <a:chExt cx="588623" cy="609950"/>
          </a:xfrm>
        </p:grpSpPr>
        <p:grpSp>
          <p:nvGrpSpPr>
            <p:cNvPr id="1598" name="Graphic 1518">
              <a:extLst>
                <a:ext uri="{FF2B5EF4-FFF2-40B4-BE49-F238E27FC236}">
                  <a16:creationId xmlns:a16="http://schemas.microsoft.com/office/drawing/2014/main" id="{DA58A6DC-ECDE-99A0-040D-216D9FEF4F3D}"/>
                </a:ext>
              </a:extLst>
            </p:cNvPr>
            <p:cNvGrpSpPr/>
            <p:nvPr/>
          </p:nvGrpSpPr>
          <p:grpSpPr>
            <a:xfrm>
              <a:off x="3533549" y="3069656"/>
              <a:ext cx="385010" cy="385010"/>
              <a:chOff x="3533549" y="3069656"/>
              <a:chExt cx="385010" cy="385010"/>
            </a:xfrm>
          </p:grpSpPr>
          <p:grpSp>
            <p:nvGrpSpPr>
              <p:cNvPr id="1599" name="Graphic 1518">
                <a:extLst>
                  <a:ext uri="{FF2B5EF4-FFF2-40B4-BE49-F238E27FC236}">
                    <a16:creationId xmlns:a16="http://schemas.microsoft.com/office/drawing/2014/main" id="{4F75DA10-E280-2B27-9C50-A5BF494766AB}"/>
                  </a:ext>
                </a:extLst>
              </p:cNvPr>
              <p:cNvGrpSpPr/>
              <p:nvPr/>
            </p:nvGrpSpPr>
            <p:grpSpPr>
              <a:xfrm>
                <a:off x="3533549" y="3069656"/>
                <a:ext cx="385010" cy="385010"/>
                <a:chOff x="3533549" y="3069656"/>
                <a:chExt cx="385010" cy="385010"/>
              </a:xfrm>
              <a:solidFill>
                <a:srgbClr val="FFFFFF"/>
              </a:solidFill>
            </p:grpSpPr>
            <p:sp>
              <p:nvSpPr>
                <p:cNvPr id="1600" name="Freeform: Shape 1571">
                  <a:extLst>
                    <a:ext uri="{FF2B5EF4-FFF2-40B4-BE49-F238E27FC236}">
                      <a16:creationId xmlns:a16="http://schemas.microsoft.com/office/drawing/2014/main" id="{49CC4569-1C5C-32C1-8B24-EFAE42097DFB}"/>
                    </a:ext>
                  </a:extLst>
                </p:cNvPr>
                <p:cNvSpPr/>
                <p:nvPr/>
              </p:nvSpPr>
              <p:spPr>
                <a:xfrm>
                  <a:off x="3538131" y="3074240"/>
                  <a:ext cx="375866" cy="376762"/>
                </a:xfrm>
                <a:custGeom>
                  <a:avLst/>
                  <a:gdLst>
                    <a:gd name="connsiteX0" fmla="*/ 20123 w 375866"/>
                    <a:gd name="connsiteY0" fmla="*/ 375845 h 376762"/>
                    <a:gd name="connsiteX1" fmla="*/ 0 w 375866"/>
                    <a:gd name="connsiteY1" fmla="*/ 355677 h 376762"/>
                    <a:gd name="connsiteX2" fmla="*/ 0 w 375866"/>
                    <a:gd name="connsiteY2" fmla="*/ 20167 h 376762"/>
                    <a:gd name="connsiteX3" fmla="*/ 20123 w 375866"/>
                    <a:gd name="connsiteY3" fmla="*/ 0 h 376762"/>
                    <a:gd name="connsiteX4" fmla="*/ 355750 w 375866"/>
                    <a:gd name="connsiteY4" fmla="*/ 0 h 376762"/>
                    <a:gd name="connsiteX5" fmla="*/ 375866 w 375866"/>
                    <a:gd name="connsiteY5" fmla="*/ 20167 h 376762"/>
                    <a:gd name="connsiteX6" fmla="*/ 375866 w 375866"/>
                    <a:gd name="connsiteY6" fmla="*/ 356594 h 376762"/>
                    <a:gd name="connsiteX7" fmla="*/ 355750 w 375866"/>
                    <a:gd name="connsiteY7" fmla="*/ 376762 h 376762"/>
                    <a:gd name="connsiteX8" fmla="*/ 20123 w 375866"/>
                    <a:gd name="connsiteY8" fmla="*/ 375845 h 376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75866" h="376762">
                      <a:moveTo>
                        <a:pt x="20123" y="375845"/>
                      </a:moveTo>
                      <a:cubicBezTo>
                        <a:pt x="9144" y="375845"/>
                        <a:pt x="0" y="366675"/>
                        <a:pt x="0" y="355677"/>
                      </a:cubicBezTo>
                      <a:lnTo>
                        <a:pt x="0" y="20167"/>
                      </a:lnTo>
                      <a:cubicBezTo>
                        <a:pt x="0" y="9166"/>
                        <a:pt x="9144" y="0"/>
                        <a:pt x="20123" y="0"/>
                      </a:cubicBezTo>
                      <a:lnTo>
                        <a:pt x="355750" y="0"/>
                      </a:lnTo>
                      <a:cubicBezTo>
                        <a:pt x="366722" y="0"/>
                        <a:pt x="375866" y="9166"/>
                        <a:pt x="375866" y="20167"/>
                      </a:cubicBezTo>
                      <a:lnTo>
                        <a:pt x="375866" y="356594"/>
                      </a:lnTo>
                      <a:cubicBezTo>
                        <a:pt x="375866" y="367593"/>
                        <a:pt x="366722" y="376762"/>
                        <a:pt x="355750" y="376762"/>
                      </a:cubicBezTo>
                      <a:lnTo>
                        <a:pt x="20123" y="37584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01" name="Freeform: Shape 1572">
                  <a:extLst>
                    <a:ext uri="{FF2B5EF4-FFF2-40B4-BE49-F238E27FC236}">
                      <a16:creationId xmlns:a16="http://schemas.microsoft.com/office/drawing/2014/main" id="{BF5EBF57-7062-0F8D-4C68-A5CF63EE90F5}"/>
                    </a:ext>
                  </a:extLst>
                </p:cNvPr>
                <p:cNvSpPr/>
                <p:nvPr/>
              </p:nvSpPr>
              <p:spPr>
                <a:xfrm>
                  <a:off x="3533549" y="3069656"/>
                  <a:ext cx="385010" cy="385010"/>
                </a:xfrm>
                <a:custGeom>
                  <a:avLst/>
                  <a:gdLst>
                    <a:gd name="connsiteX0" fmla="*/ 359401 w 385010"/>
                    <a:gd name="connsiteY0" fmla="*/ 9167 h 385010"/>
                    <a:gd name="connsiteX1" fmla="*/ 374949 w 385010"/>
                    <a:gd name="connsiteY1" fmla="*/ 24750 h 385010"/>
                    <a:gd name="connsiteX2" fmla="*/ 374949 w 385010"/>
                    <a:gd name="connsiteY2" fmla="*/ 361179 h 385010"/>
                    <a:gd name="connsiteX3" fmla="*/ 359401 w 385010"/>
                    <a:gd name="connsiteY3" fmla="*/ 376759 h 385010"/>
                    <a:gd name="connsiteX4" fmla="*/ 24692 w 385010"/>
                    <a:gd name="connsiteY4" fmla="*/ 376759 h 385010"/>
                    <a:gd name="connsiteX5" fmla="*/ 9144 w 385010"/>
                    <a:gd name="connsiteY5" fmla="*/ 360261 h 385010"/>
                    <a:gd name="connsiteX6" fmla="*/ 9144 w 385010"/>
                    <a:gd name="connsiteY6" fmla="*/ 24750 h 385010"/>
                    <a:gd name="connsiteX7" fmla="*/ 24692 w 385010"/>
                    <a:gd name="connsiteY7" fmla="*/ 9167 h 385010"/>
                    <a:gd name="connsiteX8" fmla="*/ 359401 w 385010"/>
                    <a:gd name="connsiteY8" fmla="*/ 9167 h 385010"/>
                    <a:gd name="connsiteX9" fmla="*/ 359401 w 385010"/>
                    <a:gd name="connsiteY9" fmla="*/ 0 h 385010"/>
                    <a:gd name="connsiteX10" fmla="*/ 24692 w 385010"/>
                    <a:gd name="connsiteY10" fmla="*/ 0 h 385010"/>
                    <a:gd name="connsiteX11" fmla="*/ 0 w 385010"/>
                    <a:gd name="connsiteY11" fmla="*/ 24750 h 385010"/>
                    <a:gd name="connsiteX12" fmla="*/ 0 w 385010"/>
                    <a:gd name="connsiteY12" fmla="*/ 361179 h 385010"/>
                    <a:gd name="connsiteX13" fmla="*/ 24692 w 385010"/>
                    <a:gd name="connsiteY13" fmla="*/ 385011 h 385010"/>
                    <a:gd name="connsiteX14" fmla="*/ 360318 w 385010"/>
                    <a:gd name="connsiteY14" fmla="*/ 385011 h 385010"/>
                    <a:gd name="connsiteX15" fmla="*/ 385011 w 385010"/>
                    <a:gd name="connsiteY15" fmla="*/ 360261 h 385010"/>
                    <a:gd name="connsiteX16" fmla="*/ 385011 w 385010"/>
                    <a:gd name="connsiteY16" fmla="*/ 24750 h 385010"/>
                    <a:gd name="connsiteX17" fmla="*/ 359401 w 385010"/>
                    <a:gd name="connsiteY17" fmla="*/ 0 h 385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85010" h="385010">
                      <a:moveTo>
                        <a:pt x="359401" y="9167"/>
                      </a:moveTo>
                      <a:cubicBezTo>
                        <a:pt x="367634" y="9167"/>
                        <a:pt x="374949" y="16500"/>
                        <a:pt x="374949" y="24750"/>
                      </a:cubicBezTo>
                      <a:lnTo>
                        <a:pt x="374949" y="361179"/>
                      </a:lnTo>
                      <a:cubicBezTo>
                        <a:pt x="374949" y="369424"/>
                        <a:pt x="367634" y="376759"/>
                        <a:pt x="359401" y="376759"/>
                      </a:cubicBezTo>
                      <a:lnTo>
                        <a:pt x="24692" y="376759"/>
                      </a:lnTo>
                      <a:cubicBezTo>
                        <a:pt x="16459" y="375841"/>
                        <a:pt x="9144" y="368513"/>
                        <a:pt x="9144" y="360261"/>
                      </a:cubicBezTo>
                      <a:lnTo>
                        <a:pt x="9144" y="24750"/>
                      </a:lnTo>
                      <a:cubicBezTo>
                        <a:pt x="9144" y="16500"/>
                        <a:pt x="16459" y="9167"/>
                        <a:pt x="24692" y="9167"/>
                      </a:cubicBezTo>
                      <a:lnTo>
                        <a:pt x="359401" y="9167"/>
                      </a:lnTo>
                      <a:close/>
                      <a:moveTo>
                        <a:pt x="359401" y="0"/>
                      </a:moveTo>
                      <a:lnTo>
                        <a:pt x="24692" y="0"/>
                      </a:lnTo>
                      <a:cubicBezTo>
                        <a:pt x="10973" y="0"/>
                        <a:pt x="0" y="11000"/>
                        <a:pt x="0" y="24750"/>
                      </a:cubicBezTo>
                      <a:lnTo>
                        <a:pt x="0" y="361179"/>
                      </a:lnTo>
                      <a:cubicBezTo>
                        <a:pt x="0" y="374012"/>
                        <a:pt x="10973" y="385011"/>
                        <a:pt x="24692" y="385011"/>
                      </a:cubicBezTo>
                      <a:lnTo>
                        <a:pt x="360318" y="385011"/>
                      </a:lnTo>
                      <a:cubicBezTo>
                        <a:pt x="374038" y="385011"/>
                        <a:pt x="385011" y="374012"/>
                        <a:pt x="385011" y="360261"/>
                      </a:cubicBezTo>
                      <a:lnTo>
                        <a:pt x="385011" y="24750"/>
                      </a:lnTo>
                      <a:cubicBezTo>
                        <a:pt x="384093" y="11000"/>
                        <a:pt x="373120" y="0"/>
                        <a:pt x="35940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</p:grpSp>
          <p:grpSp>
            <p:nvGrpSpPr>
              <p:cNvPr id="1602" name="Graphic 1518">
                <a:extLst>
                  <a:ext uri="{FF2B5EF4-FFF2-40B4-BE49-F238E27FC236}">
                    <a16:creationId xmlns:a16="http://schemas.microsoft.com/office/drawing/2014/main" id="{09FFF862-9C59-91C5-8498-4D58A5D2F509}"/>
                  </a:ext>
                </a:extLst>
              </p:cNvPr>
              <p:cNvGrpSpPr/>
              <p:nvPr/>
            </p:nvGrpSpPr>
            <p:grpSpPr>
              <a:xfrm>
                <a:off x="3542699" y="3078827"/>
                <a:ext cx="366716" cy="366676"/>
                <a:chOff x="3542699" y="3078827"/>
                <a:chExt cx="366716" cy="366676"/>
              </a:xfrm>
              <a:solidFill>
                <a:srgbClr val="2D5967"/>
              </a:solidFill>
            </p:grpSpPr>
            <p:sp>
              <p:nvSpPr>
                <p:cNvPr id="1603" name="Freeform: Shape 1574">
                  <a:extLst>
                    <a:ext uri="{FF2B5EF4-FFF2-40B4-BE49-F238E27FC236}">
                      <a16:creationId xmlns:a16="http://schemas.microsoft.com/office/drawing/2014/main" id="{5490A309-AA34-F4D6-8681-2D14EB11E9F7}"/>
                    </a:ext>
                  </a:extLst>
                </p:cNvPr>
                <p:cNvSpPr/>
                <p:nvPr/>
              </p:nvSpPr>
              <p:spPr>
                <a:xfrm>
                  <a:off x="3542699" y="3078827"/>
                  <a:ext cx="366716" cy="366676"/>
                </a:xfrm>
                <a:custGeom>
                  <a:avLst/>
                  <a:gdLst>
                    <a:gd name="connsiteX0" fmla="*/ 350257 w 366716"/>
                    <a:gd name="connsiteY0" fmla="*/ 0 h 366676"/>
                    <a:gd name="connsiteX1" fmla="*/ 15542 w 366716"/>
                    <a:gd name="connsiteY1" fmla="*/ 0 h 366676"/>
                    <a:gd name="connsiteX2" fmla="*/ 0 w 366716"/>
                    <a:gd name="connsiteY2" fmla="*/ 15584 h 366676"/>
                    <a:gd name="connsiteX3" fmla="*/ 0 w 366716"/>
                    <a:gd name="connsiteY3" fmla="*/ 352008 h 366676"/>
                    <a:gd name="connsiteX4" fmla="*/ 15542 w 366716"/>
                    <a:gd name="connsiteY4" fmla="*/ 366676 h 366676"/>
                    <a:gd name="connsiteX5" fmla="*/ 351168 w 366716"/>
                    <a:gd name="connsiteY5" fmla="*/ 366676 h 366676"/>
                    <a:gd name="connsiteX6" fmla="*/ 366716 w 366716"/>
                    <a:gd name="connsiteY6" fmla="*/ 351090 h 366676"/>
                    <a:gd name="connsiteX7" fmla="*/ 366716 w 366716"/>
                    <a:gd name="connsiteY7" fmla="*/ 15584 h 366676"/>
                    <a:gd name="connsiteX8" fmla="*/ 350257 w 366716"/>
                    <a:gd name="connsiteY8" fmla="*/ 0 h 366676"/>
                    <a:gd name="connsiteX9" fmla="*/ 352086 w 366716"/>
                    <a:gd name="connsiteY9" fmla="*/ 351090 h 366676"/>
                    <a:gd name="connsiteX10" fmla="*/ 350257 w 366716"/>
                    <a:gd name="connsiteY10" fmla="*/ 352925 h 366676"/>
                    <a:gd name="connsiteX11" fmla="*/ 15542 w 366716"/>
                    <a:gd name="connsiteY11" fmla="*/ 352925 h 366676"/>
                    <a:gd name="connsiteX12" fmla="*/ 13713 w 366716"/>
                    <a:gd name="connsiteY12" fmla="*/ 351090 h 366676"/>
                    <a:gd name="connsiteX13" fmla="*/ 13713 w 366716"/>
                    <a:gd name="connsiteY13" fmla="*/ 15584 h 366676"/>
                    <a:gd name="connsiteX14" fmla="*/ 15542 w 366716"/>
                    <a:gd name="connsiteY14" fmla="*/ 13751 h 366676"/>
                    <a:gd name="connsiteX15" fmla="*/ 351168 w 366716"/>
                    <a:gd name="connsiteY15" fmla="*/ 13751 h 366676"/>
                    <a:gd name="connsiteX16" fmla="*/ 352997 w 366716"/>
                    <a:gd name="connsiteY16" fmla="*/ 15584 h 366676"/>
                    <a:gd name="connsiteX17" fmla="*/ 352086 w 366716"/>
                    <a:gd name="connsiteY17" fmla="*/ 351090 h 366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66716" h="366676">
                      <a:moveTo>
                        <a:pt x="350257" y="0"/>
                      </a:moveTo>
                      <a:lnTo>
                        <a:pt x="15542" y="0"/>
                      </a:lnTo>
                      <a:cubicBezTo>
                        <a:pt x="7315" y="0"/>
                        <a:pt x="0" y="7334"/>
                        <a:pt x="0" y="15584"/>
                      </a:cubicBezTo>
                      <a:lnTo>
                        <a:pt x="0" y="352008"/>
                      </a:lnTo>
                      <a:cubicBezTo>
                        <a:pt x="0" y="359342"/>
                        <a:pt x="7315" y="366676"/>
                        <a:pt x="15542" y="366676"/>
                      </a:cubicBezTo>
                      <a:lnTo>
                        <a:pt x="351168" y="366676"/>
                      </a:lnTo>
                      <a:cubicBezTo>
                        <a:pt x="359401" y="366676"/>
                        <a:pt x="366716" y="359342"/>
                        <a:pt x="366716" y="351090"/>
                      </a:cubicBezTo>
                      <a:lnTo>
                        <a:pt x="366716" y="15584"/>
                      </a:lnTo>
                      <a:cubicBezTo>
                        <a:pt x="365805" y="7334"/>
                        <a:pt x="358490" y="0"/>
                        <a:pt x="350257" y="0"/>
                      </a:cubicBezTo>
                      <a:close/>
                      <a:moveTo>
                        <a:pt x="352086" y="351090"/>
                      </a:moveTo>
                      <a:cubicBezTo>
                        <a:pt x="352086" y="352008"/>
                        <a:pt x="351168" y="352925"/>
                        <a:pt x="350257" y="352925"/>
                      </a:cubicBezTo>
                      <a:lnTo>
                        <a:pt x="15542" y="352925"/>
                      </a:lnTo>
                      <a:cubicBezTo>
                        <a:pt x="14631" y="352925"/>
                        <a:pt x="13713" y="352008"/>
                        <a:pt x="13713" y="351090"/>
                      </a:cubicBezTo>
                      <a:lnTo>
                        <a:pt x="13713" y="15584"/>
                      </a:lnTo>
                      <a:cubicBezTo>
                        <a:pt x="13713" y="14667"/>
                        <a:pt x="14631" y="13751"/>
                        <a:pt x="15542" y="13751"/>
                      </a:cubicBezTo>
                      <a:lnTo>
                        <a:pt x="351168" y="13751"/>
                      </a:lnTo>
                      <a:cubicBezTo>
                        <a:pt x="352086" y="13751"/>
                        <a:pt x="352997" y="14667"/>
                        <a:pt x="352997" y="15584"/>
                      </a:cubicBezTo>
                      <a:lnTo>
                        <a:pt x="352086" y="35109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04" name="Freeform: Shape 1575">
                  <a:extLst>
                    <a:ext uri="{FF2B5EF4-FFF2-40B4-BE49-F238E27FC236}">
                      <a16:creationId xmlns:a16="http://schemas.microsoft.com/office/drawing/2014/main" id="{A3F16BC1-C528-0C2C-BA74-0B0F753DDF5A}"/>
                    </a:ext>
                  </a:extLst>
                </p:cNvPr>
                <p:cNvSpPr/>
                <p:nvPr/>
              </p:nvSpPr>
              <p:spPr>
                <a:xfrm>
                  <a:off x="3593906" y="3312587"/>
                  <a:ext cx="266125" cy="81587"/>
                </a:xfrm>
                <a:custGeom>
                  <a:avLst/>
                  <a:gdLst>
                    <a:gd name="connsiteX0" fmla="*/ 0 w 266125"/>
                    <a:gd name="connsiteY0" fmla="*/ 81588 h 81587"/>
                    <a:gd name="connsiteX1" fmla="*/ 266126 w 266125"/>
                    <a:gd name="connsiteY1" fmla="*/ 81588 h 81587"/>
                    <a:gd name="connsiteX2" fmla="*/ 266126 w 266125"/>
                    <a:gd name="connsiteY2" fmla="*/ 0 h 81587"/>
                    <a:gd name="connsiteX3" fmla="*/ 0 w 266125"/>
                    <a:gd name="connsiteY3" fmla="*/ 0 h 81587"/>
                    <a:gd name="connsiteX4" fmla="*/ 0 w 266125"/>
                    <a:gd name="connsiteY4" fmla="*/ 81588 h 81587"/>
                    <a:gd name="connsiteX5" fmla="*/ 12802 w 266125"/>
                    <a:gd name="connsiteY5" fmla="*/ 13751 h 81587"/>
                    <a:gd name="connsiteX6" fmla="*/ 251496 w 266125"/>
                    <a:gd name="connsiteY6" fmla="*/ 13751 h 81587"/>
                    <a:gd name="connsiteX7" fmla="*/ 251496 w 266125"/>
                    <a:gd name="connsiteY7" fmla="*/ 68752 h 81587"/>
                    <a:gd name="connsiteX8" fmla="*/ 12802 w 266125"/>
                    <a:gd name="connsiteY8" fmla="*/ 68752 h 81587"/>
                    <a:gd name="connsiteX9" fmla="*/ 12802 w 266125"/>
                    <a:gd name="connsiteY9" fmla="*/ 13751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66125" h="81587">
                      <a:moveTo>
                        <a:pt x="0" y="81588"/>
                      </a:moveTo>
                      <a:lnTo>
                        <a:pt x="266126" y="81588"/>
                      </a:lnTo>
                      <a:lnTo>
                        <a:pt x="266126" y="0"/>
                      </a:lnTo>
                      <a:lnTo>
                        <a:pt x="0" y="0"/>
                      </a:lnTo>
                      <a:lnTo>
                        <a:pt x="0" y="81588"/>
                      </a:lnTo>
                      <a:close/>
                      <a:moveTo>
                        <a:pt x="12802" y="13751"/>
                      </a:moveTo>
                      <a:lnTo>
                        <a:pt x="251496" y="13751"/>
                      </a:lnTo>
                      <a:lnTo>
                        <a:pt x="251496" y="68752"/>
                      </a:lnTo>
                      <a:lnTo>
                        <a:pt x="12802" y="68752"/>
                      </a:lnTo>
                      <a:lnTo>
                        <a:pt x="12802" y="13751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05" name="Freeform: Shape 1576">
                  <a:extLst>
                    <a:ext uri="{FF2B5EF4-FFF2-40B4-BE49-F238E27FC236}">
                      <a16:creationId xmlns:a16="http://schemas.microsoft.com/office/drawing/2014/main" id="{F7CEC65D-5481-BB18-99E8-D2C889E069A6}"/>
                    </a:ext>
                  </a:extLst>
                </p:cNvPr>
                <p:cNvSpPr/>
                <p:nvPr/>
              </p:nvSpPr>
              <p:spPr>
                <a:xfrm>
                  <a:off x="3805155" y="3343750"/>
                  <a:ext cx="20123" cy="20167"/>
                </a:xfrm>
                <a:custGeom>
                  <a:avLst/>
                  <a:gdLst>
                    <a:gd name="connsiteX0" fmla="*/ 10062 w 20123"/>
                    <a:gd name="connsiteY0" fmla="*/ 20167 h 20167"/>
                    <a:gd name="connsiteX1" fmla="*/ 20123 w 20123"/>
                    <a:gd name="connsiteY1" fmla="*/ 10084 h 20167"/>
                    <a:gd name="connsiteX2" fmla="*/ 10062 w 20123"/>
                    <a:gd name="connsiteY2" fmla="*/ 0 h 20167"/>
                    <a:gd name="connsiteX3" fmla="*/ 0 w 20123"/>
                    <a:gd name="connsiteY3" fmla="*/ 10084 h 20167"/>
                    <a:gd name="connsiteX4" fmla="*/ 10062 w 20123"/>
                    <a:gd name="connsiteY4" fmla="*/ 20167 h 20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123" h="20167">
                      <a:moveTo>
                        <a:pt x="10062" y="20167"/>
                      </a:moveTo>
                      <a:cubicBezTo>
                        <a:pt x="15619" y="20167"/>
                        <a:pt x="20123" y="15653"/>
                        <a:pt x="20123" y="10084"/>
                      </a:cubicBezTo>
                      <a:cubicBezTo>
                        <a:pt x="20123" y="4515"/>
                        <a:pt x="15619" y="0"/>
                        <a:pt x="10062" y="0"/>
                      </a:cubicBezTo>
                      <a:cubicBezTo>
                        <a:pt x="4505" y="0"/>
                        <a:pt x="0" y="4515"/>
                        <a:pt x="0" y="10084"/>
                      </a:cubicBezTo>
                      <a:cubicBezTo>
                        <a:pt x="0" y="15653"/>
                        <a:pt x="4505" y="20167"/>
                        <a:pt x="10062" y="20167"/>
                      </a:cubicBez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06" name="Freeform: Shape 1577">
                  <a:extLst>
                    <a:ext uri="{FF2B5EF4-FFF2-40B4-BE49-F238E27FC236}">
                      <a16:creationId xmlns:a16="http://schemas.microsoft.com/office/drawing/2014/main" id="{027B02B7-5667-33C8-38B3-D0DC2D4A8C1B}"/>
                    </a:ext>
                  </a:extLst>
                </p:cNvPr>
                <p:cNvSpPr/>
                <p:nvPr/>
              </p:nvSpPr>
              <p:spPr>
                <a:xfrm>
                  <a:off x="3593906" y="3130158"/>
                  <a:ext cx="81391" cy="81585"/>
                </a:xfrm>
                <a:custGeom>
                  <a:avLst/>
                  <a:gdLst>
                    <a:gd name="connsiteX0" fmla="*/ 80480 w 81391"/>
                    <a:gd name="connsiteY0" fmla="*/ 0 h 81585"/>
                    <a:gd name="connsiteX1" fmla="*/ 0 w 81391"/>
                    <a:gd name="connsiteY1" fmla="*/ 0 h 81585"/>
                    <a:gd name="connsiteX2" fmla="*/ 0 w 81391"/>
                    <a:gd name="connsiteY2" fmla="*/ 81586 h 81585"/>
                    <a:gd name="connsiteX3" fmla="*/ 81391 w 81391"/>
                    <a:gd name="connsiteY3" fmla="*/ 81586 h 81585"/>
                    <a:gd name="connsiteX4" fmla="*/ 80480 w 81391"/>
                    <a:gd name="connsiteY4" fmla="*/ 0 h 81585"/>
                    <a:gd name="connsiteX5" fmla="*/ 67672 w 81391"/>
                    <a:gd name="connsiteY5" fmla="*/ 67835 h 81585"/>
                    <a:gd name="connsiteX6" fmla="*/ 12802 w 81391"/>
                    <a:gd name="connsiteY6" fmla="*/ 67835 h 81585"/>
                    <a:gd name="connsiteX7" fmla="*/ 12802 w 81391"/>
                    <a:gd name="connsiteY7" fmla="*/ 12834 h 81585"/>
                    <a:gd name="connsiteX8" fmla="*/ 67672 w 81391"/>
                    <a:gd name="connsiteY8" fmla="*/ 12834 h 81585"/>
                    <a:gd name="connsiteX9" fmla="*/ 67672 w 81391"/>
                    <a:gd name="connsiteY9" fmla="*/ 67835 h 8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391" h="81585">
                      <a:moveTo>
                        <a:pt x="80480" y="0"/>
                      </a:moveTo>
                      <a:lnTo>
                        <a:pt x="0" y="0"/>
                      </a:lnTo>
                      <a:lnTo>
                        <a:pt x="0" y="81586"/>
                      </a:lnTo>
                      <a:lnTo>
                        <a:pt x="81391" y="81586"/>
                      </a:lnTo>
                      <a:lnTo>
                        <a:pt x="80480" y="0"/>
                      </a:lnTo>
                      <a:close/>
                      <a:moveTo>
                        <a:pt x="67672" y="67835"/>
                      </a:moveTo>
                      <a:lnTo>
                        <a:pt x="12802" y="67835"/>
                      </a:lnTo>
                      <a:lnTo>
                        <a:pt x="12802" y="12834"/>
                      </a:lnTo>
                      <a:lnTo>
                        <a:pt x="67672" y="12834"/>
                      </a:lnTo>
                      <a:lnTo>
                        <a:pt x="67672" y="67835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07" name="Freeform: Shape 1578">
                  <a:extLst>
                    <a:ext uri="{FF2B5EF4-FFF2-40B4-BE49-F238E27FC236}">
                      <a16:creationId xmlns:a16="http://schemas.microsoft.com/office/drawing/2014/main" id="{98974929-E56C-B295-8AF1-E1591CC0C288}"/>
                    </a:ext>
                  </a:extLst>
                </p:cNvPr>
                <p:cNvSpPr/>
                <p:nvPr/>
              </p:nvSpPr>
              <p:spPr>
                <a:xfrm>
                  <a:off x="3684448" y="3130158"/>
                  <a:ext cx="81397" cy="81585"/>
                </a:xfrm>
                <a:custGeom>
                  <a:avLst/>
                  <a:gdLst>
                    <a:gd name="connsiteX0" fmla="*/ 81398 w 81397"/>
                    <a:gd name="connsiteY0" fmla="*/ 0 h 81585"/>
                    <a:gd name="connsiteX1" fmla="*/ 0 w 81397"/>
                    <a:gd name="connsiteY1" fmla="*/ 0 h 81585"/>
                    <a:gd name="connsiteX2" fmla="*/ 0 w 81397"/>
                    <a:gd name="connsiteY2" fmla="*/ 81586 h 81585"/>
                    <a:gd name="connsiteX3" fmla="*/ 81398 w 81397"/>
                    <a:gd name="connsiteY3" fmla="*/ 81586 h 81585"/>
                    <a:gd name="connsiteX4" fmla="*/ 81398 w 81397"/>
                    <a:gd name="connsiteY4" fmla="*/ 0 h 81585"/>
                    <a:gd name="connsiteX5" fmla="*/ 68589 w 81397"/>
                    <a:gd name="connsiteY5" fmla="*/ 67835 h 81585"/>
                    <a:gd name="connsiteX6" fmla="*/ 13719 w 81397"/>
                    <a:gd name="connsiteY6" fmla="*/ 67835 h 81585"/>
                    <a:gd name="connsiteX7" fmla="*/ 13719 w 81397"/>
                    <a:gd name="connsiteY7" fmla="*/ 12834 h 81585"/>
                    <a:gd name="connsiteX8" fmla="*/ 68589 w 81397"/>
                    <a:gd name="connsiteY8" fmla="*/ 12834 h 81585"/>
                    <a:gd name="connsiteX9" fmla="*/ 68589 w 81397"/>
                    <a:gd name="connsiteY9" fmla="*/ 67835 h 8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397" h="81585">
                      <a:moveTo>
                        <a:pt x="81398" y="0"/>
                      </a:moveTo>
                      <a:lnTo>
                        <a:pt x="0" y="0"/>
                      </a:lnTo>
                      <a:lnTo>
                        <a:pt x="0" y="81586"/>
                      </a:lnTo>
                      <a:lnTo>
                        <a:pt x="81398" y="81586"/>
                      </a:lnTo>
                      <a:lnTo>
                        <a:pt x="81398" y="0"/>
                      </a:lnTo>
                      <a:close/>
                      <a:moveTo>
                        <a:pt x="68589" y="67835"/>
                      </a:moveTo>
                      <a:lnTo>
                        <a:pt x="13719" y="67835"/>
                      </a:lnTo>
                      <a:lnTo>
                        <a:pt x="13719" y="12834"/>
                      </a:lnTo>
                      <a:lnTo>
                        <a:pt x="68589" y="12834"/>
                      </a:lnTo>
                      <a:lnTo>
                        <a:pt x="68589" y="67835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08" name="Freeform: Shape 1579">
                  <a:extLst>
                    <a:ext uri="{FF2B5EF4-FFF2-40B4-BE49-F238E27FC236}">
                      <a16:creationId xmlns:a16="http://schemas.microsoft.com/office/drawing/2014/main" id="{19CA17CD-FB5A-7633-5C53-A11B0188673D}"/>
                    </a:ext>
                  </a:extLst>
                </p:cNvPr>
                <p:cNvSpPr/>
                <p:nvPr/>
              </p:nvSpPr>
              <p:spPr>
                <a:xfrm>
                  <a:off x="3593906" y="3221827"/>
                  <a:ext cx="81391" cy="81585"/>
                </a:xfrm>
                <a:custGeom>
                  <a:avLst/>
                  <a:gdLst>
                    <a:gd name="connsiteX0" fmla="*/ 80480 w 81391"/>
                    <a:gd name="connsiteY0" fmla="*/ 0 h 81585"/>
                    <a:gd name="connsiteX1" fmla="*/ 0 w 81391"/>
                    <a:gd name="connsiteY1" fmla="*/ 0 h 81585"/>
                    <a:gd name="connsiteX2" fmla="*/ 0 w 81391"/>
                    <a:gd name="connsiteY2" fmla="*/ 81585 h 81585"/>
                    <a:gd name="connsiteX3" fmla="*/ 81391 w 81391"/>
                    <a:gd name="connsiteY3" fmla="*/ 81585 h 81585"/>
                    <a:gd name="connsiteX4" fmla="*/ 80480 w 81391"/>
                    <a:gd name="connsiteY4" fmla="*/ 0 h 81585"/>
                    <a:gd name="connsiteX5" fmla="*/ 67672 w 81391"/>
                    <a:gd name="connsiteY5" fmla="*/ 67835 h 81585"/>
                    <a:gd name="connsiteX6" fmla="*/ 12802 w 81391"/>
                    <a:gd name="connsiteY6" fmla="*/ 67835 h 81585"/>
                    <a:gd name="connsiteX7" fmla="*/ 12802 w 81391"/>
                    <a:gd name="connsiteY7" fmla="*/ 12834 h 81585"/>
                    <a:gd name="connsiteX8" fmla="*/ 67672 w 81391"/>
                    <a:gd name="connsiteY8" fmla="*/ 12834 h 81585"/>
                    <a:gd name="connsiteX9" fmla="*/ 67672 w 81391"/>
                    <a:gd name="connsiteY9" fmla="*/ 67835 h 8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391" h="81585">
                      <a:moveTo>
                        <a:pt x="80480" y="0"/>
                      </a:moveTo>
                      <a:lnTo>
                        <a:pt x="0" y="0"/>
                      </a:lnTo>
                      <a:lnTo>
                        <a:pt x="0" y="81585"/>
                      </a:lnTo>
                      <a:lnTo>
                        <a:pt x="81391" y="81585"/>
                      </a:lnTo>
                      <a:lnTo>
                        <a:pt x="80480" y="0"/>
                      </a:lnTo>
                      <a:close/>
                      <a:moveTo>
                        <a:pt x="67672" y="67835"/>
                      </a:moveTo>
                      <a:lnTo>
                        <a:pt x="12802" y="67835"/>
                      </a:lnTo>
                      <a:lnTo>
                        <a:pt x="12802" y="12834"/>
                      </a:lnTo>
                      <a:lnTo>
                        <a:pt x="67672" y="12834"/>
                      </a:lnTo>
                      <a:lnTo>
                        <a:pt x="67672" y="67835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09" name="Freeform: Shape 1580">
                  <a:extLst>
                    <a:ext uri="{FF2B5EF4-FFF2-40B4-BE49-F238E27FC236}">
                      <a16:creationId xmlns:a16="http://schemas.microsoft.com/office/drawing/2014/main" id="{0ADE2C25-EC7C-462F-FA99-9543BCCE8BDD}"/>
                    </a:ext>
                  </a:extLst>
                </p:cNvPr>
                <p:cNvSpPr/>
                <p:nvPr/>
              </p:nvSpPr>
              <p:spPr>
                <a:xfrm>
                  <a:off x="3684448" y="3221827"/>
                  <a:ext cx="81397" cy="81585"/>
                </a:xfrm>
                <a:custGeom>
                  <a:avLst/>
                  <a:gdLst>
                    <a:gd name="connsiteX0" fmla="*/ 81398 w 81397"/>
                    <a:gd name="connsiteY0" fmla="*/ 0 h 81585"/>
                    <a:gd name="connsiteX1" fmla="*/ 0 w 81397"/>
                    <a:gd name="connsiteY1" fmla="*/ 0 h 81585"/>
                    <a:gd name="connsiteX2" fmla="*/ 0 w 81397"/>
                    <a:gd name="connsiteY2" fmla="*/ 81585 h 81585"/>
                    <a:gd name="connsiteX3" fmla="*/ 81398 w 81397"/>
                    <a:gd name="connsiteY3" fmla="*/ 81585 h 81585"/>
                    <a:gd name="connsiteX4" fmla="*/ 81398 w 81397"/>
                    <a:gd name="connsiteY4" fmla="*/ 0 h 81585"/>
                    <a:gd name="connsiteX5" fmla="*/ 68589 w 81397"/>
                    <a:gd name="connsiteY5" fmla="*/ 67835 h 81585"/>
                    <a:gd name="connsiteX6" fmla="*/ 13719 w 81397"/>
                    <a:gd name="connsiteY6" fmla="*/ 67835 h 81585"/>
                    <a:gd name="connsiteX7" fmla="*/ 13719 w 81397"/>
                    <a:gd name="connsiteY7" fmla="*/ 12834 h 81585"/>
                    <a:gd name="connsiteX8" fmla="*/ 68589 w 81397"/>
                    <a:gd name="connsiteY8" fmla="*/ 12834 h 81585"/>
                    <a:gd name="connsiteX9" fmla="*/ 68589 w 81397"/>
                    <a:gd name="connsiteY9" fmla="*/ 67835 h 8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397" h="81585">
                      <a:moveTo>
                        <a:pt x="81398" y="0"/>
                      </a:moveTo>
                      <a:lnTo>
                        <a:pt x="0" y="0"/>
                      </a:lnTo>
                      <a:lnTo>
                        <a:pt x="0" y="81585"/>
                      </a:lnTo>
                      <a:lnTo>
                        <a:pt x="81398" y="81585"/>
                      </a:lnTo>
                      <a:lnTo>
                        <a:pt x="81398" y="0"/>
                      </a:lnTo>
                      <a:close/>
                      <a:moveTo>
                        <a:pt x="68589" y="67835"/>
                      </a:moveTo>
                      <a:lnTo>
                        <a:pt x="13719" y="67835"/>
                      </a:lnTo>
                      <a:lnTo>
                        <a:pt x="13719" y="12834"/>
                      </a:lnTo>
                      <a:lnTo>
                        <a:pt x="68589" y="12834"/>
                      </a:lnTo>
                      <a:lnTo>
                        <a:pt x="68589" y="67835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10" name="Freeform: Shape 1581">
                  <a:extLst>
                    <a:ext uri="{FF2B5EF4-FFF2-40B4-BE49-F238E27FC236}">
                      <a16:creationId xmlns:a16="http://schemas.microsoft.com/office/drawing/2014/main" id="{36C38837-3D85-8956-C9A2-35CC81E6D60B}"/>
                    </a:ext>
                  </a:extLst>
                </p:cNvPr>
                <p:cNvSpPr/>
                <p:nvPr/>
              </p:nvSpPr>
              <p:spPr>
                <a:xfrm>
                  <a:off x="3775900" y="3130158"/>
                  <a:ext cx="81391" cy="81585"/>
                </a:xfrm>
                <a:custGeom>
                  <a:avLst/>
                  <a:gdLst>
                    <a:gd name="connsiteX0" fmla="*/ 81391 w 81391"/>
                    <a:gd name="connsiteY0" fmla="*/ 0 h 81585"/>
                    <a:gd name="connsiteX1" fmla="*/ 0 w 81391"/>
                    <a:gd name="connsiteY1" fmla="*/ 0 h 81585"/>
                    <a:gd name="connsiteX2" fmla="*/ 0 w 81391"/>
                    <a:gd name="connsiteY2" fmla="*/ 81586 h 81585"/>
                    <a:gd name="connsiteX3" fmla="*/ 81391 w 81391"/>
                    <a:gd name="connsiteY3" fmla="*/ 81586 h 81585"/>
                    <a:gd name="connsiteX4" fmla="*/ 81391 w 81391"/>
                    <a:gd name="connsiteY4" fmla="*/ 0 h 81585"/>
                    <a:gd name="connsiteX5" fmla="*/ 68590 w 81391"/>
                    <a:gd name="connsiteY5" fmla="*/ 67835 h 81585"/>
                    <a:gd name="connsiteX6" fmla="*/ 13719 w 81391"/>
                    <a:gd name="connsiteY6" fmla="*/ 67835 h 81585"/>
                    <a:gd name="connsiteX7" fmla="*/ 13719 w 81391"/>
                    <a:gd name="connsiteY7" fmla="*/ 12834 h 81585"/>
                    <a:gd name="connsiteX8" fmla="*/ 68590 w 81391"/>
                    <a:gd name="connsiteY8" fmla="*/ 12834 h 81585"/>
                    <a:gd name="connsiteX9" fmla="*/ 68590 w 81391"/>
                    <a:gd name="connsiteY9" fmla="*/ 67835 h 8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391" h="81585">
                      <a:moveTo>
                        <a:pt x="81391" y="0"/>
                      </a:moveTo>
                      <a:lnTo>
                        <a:pt x="0" y="0"/>
                      </a:lnTo>
                      <a:lnTo>
                        <a:pt x="0" y="81586"/>
                      </a:lnTo>
                      <a:lnTo>
                        <a:pt x="81391" y="81586"/>
                      </a:lnTo>
                      <a:lnTo>
                        <a:pt x="81391" y="0"/>
                      </a:lnTo>
                      <a:close/>
                      <a:moveTo>
                        <a:pt x="68590" y="67835"/>
                      </a:moveTo>
                      <a:lnTo>
                        <a:pt x="13719" y="67835"/>
                      </a:lnTo>
                      <a:lnTo>
                        <a:pt x="13719" y="12834"/>
                      </a:lnTo>
                      <a:lnTo>
                        <a:pt x="68590" y="12834"/>
                      </a:lnTo>
                      <a:lnTo>
                        <a:pt x="68590" y="67835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11" name="Freeform: Shape 1582">
                  <a:extLst>
                    <a:ext uri="{FF2B5EF4-FFF2-40B4-BE49-F238E27FC236}">
                      <a16:creationId xmlns:a16="http://schemas.microsoft.com/office/drawing/2014/main" id="{D75A5CA9-495E-5E85-D32B-0CDC19EEE7A8}"/>
                    </a:ext>
                  </a:extLst>
                </p:cNvPr>
                <p:cNvSpPr/>
                <p:nvPr/>
              </p:nvSpPr>
              <p:spPr>
                <a:xfrm>
                  <a:off x="3775900" y="3221827"/>
                  <a:ext cx="81391" cy="81585"/>
                </a:xfrm>
                <a:custGeom>
                  <a:avLst/>
                  <a:gdLst>
                    <a:gd name="connsiteX0" fmla="*/ 81391 w 81391"/>
                    <a:gd name="connsiteY0" fmla="*/ 0 h 81585"/>
                    <a:gd name="connsiteX1" fmla="*/ 0 w 81391"/>
                    <a:gd name="connsiteY1" fmla="*/ 0 h 81585"/>
                    <a:gd name="connsiteX2" fmla="*/ 0 w 81391"/>
                    <a:gd name="connsiteY2" fmla="*/ 81585 h 81585"/>
                    <a:gd name="connsiteX3" fmla="*/ 81391 w 81391"/>
                    <a:gd name="connsiteY3" fmla="*/ 81585 h 81585"/>
                    <a:gd name="connsiteX4" fmla="*/ 81391 w 81391"/>
                    <a:gd name="connsiteY4" fmla="*/ 0 h 81585"/>
                    <a:gd name="connsiteX5" fmla="*/ 68590 w 81391"/>
                    <a:gd name="connsiteY5" fmla="*/ 67835 h 81585"/>
                    <a:gd name="connsiteX6" fmla="*/ 13719 w 81391"/>
                    <a:gd name="connsiteY6" fmla="*/ 67835 h 81585"/>
                    <a:gd name="connsiteX7" fmla="*/ 13719 w 81391"/>
                    <a:gd name="connsiteY7" fmla="*/ 12834 h 81585"/>
                    <a:gd name="connsiteX8" fmla="*/ 68590 w 81391"/>
                    <a:gd name="connsiteY8" fmla="*/ 12834 h 81585"/>
                    <a:gd name="connsiteX9" fmla="*/ 68590 w 81391"/>
                    <a:gd name="connsiteY9" fmla="*/ 67835 h 8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391" h="81585">
                      <a:moveTo>
                        <a:pt x="81391" y="0"/>
                      </a:moveTo>
                      <a:lnTo>
                        <a:pt x="0" y="0"/>
                      </a:lnTo>
                      <a:lnTo>
                        <a:pt x="0" y="81585"/>
                      </a:lnTo>
                      <a:lnTo>
                        <a:pt x="81391" y="81585"/>
                      </a:lnTo>
                      <a:lnTo>
                        <a:pt x="81391" y="0"/>
                      </a:lnTo>
                      <a:close/>
                      <a:moveTo>
                        <a:pt x="68590" y="67835"/>
                      </a:moveTo>
                      <a:lnTo>
                        <a:pt x="13719" y="67835"/>
                      </a:lnTo>
                      <a:lnTo>
                        <a:pt x="13719" y="12834"/>
                      </a:lnTo>
                      <a:lnTo>
                        <a:pt x="68590" y="12834"/>
                      </a:lnTo>
                      <a:lnTo>
                        <a:pt x="68590" y="67835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</p:grpSp>
        </p:grpSp>
        <p:grpSp>
          <p:nvGrpSpPr>
            <p:cNvPr id="1612" name="Graphic 1518">
              <a:extLst>
                <a:ext uri="{FF2B5EF4-FFF2-40B4-BE49-F238E27FC236}">
                  <a16:creationId xmlns:a16="http://schemas.microsoft.com/office/drawing/2014/main" id="{1AEE3DC8-397E-47EF-A976-882889F76AE7}"/>
                </a:ext>
              </a:extLst>
            </p:cNvPr>
            <p:cNvGrpSpPr/>
            <p:nvPr/>
          </p:nvGrpSpPr>
          <p:grpSpPr>
            <a:xfrm>
              <a:off x="3479679" y="3414183"/>
              <a:ext cx="588623" cy="265423"/>
              <a:chOff x="3479679" y="3414183"/>
              <a:chExt cx="588623" cy="265423"/>
            </a:xfrm>
            <a:solidFill>
              <a:srgbClr val="000000"/>
            </a:solidFill>
          </p:grpSpPr>
          <p:sp>
            <p:nvSpPr>
              <p:cNvPr id="1613" name="TextBox 1584">
                <a:extLst>
                  <a:ext uri="{FF2B5EF4-FFF2-40B4-BE49-F238E27FC236}">
                    <a16:creationId xmlns:a16="http://schemas.microsoft.com/office/drawing/2014/main" id="{58DD9278-8A56-A982-E9A9-536DB7088A7B}"/>
                  </a:ext>
                </a:extLst>
              </p:cNvPr>
              <p:cNvSpPr txBox="1"/>
              <p:nvPr/>
            </p:nvSpPr>
            <p:spPr>
              <a:xfrm>
                <a:off x="3480360" y="3414183"/>
                <a:ext cx="494046" cy="216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 </a:t>
                </a:r>
              </a:p>
            </p:txBody>
          </p:sp>
          <p:sp>
            <p:nvSpPr>
              <p:cNvPr id="1614" name="TextBox 1585">
                <a:extLst>
                  <a:ext uri="{FF2B5EF4-FFF2-40B4-BE49-F238E27FC236}">
                    <a16:creationId xmlns:a16="http://schemas.microsoft.com/office/drawing/2014/main" id="{E3DDFC4F-E3FC-E70B-457F-21F35CAE91CE}"/>
                  </a:ext>
                </a:extLst>
              </p:cNvPr>
              <p:cNvSpPr txBox="1"/>
              <p:nvPr/>
            </p:nvSpPr>
            <p:spPr>
              <a:xfrm>
                <a:off x="3479679" y="3462624"/>
                <a:ext cx="588623" cy="216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b="1" spc="0" baseline="0" dirty="0">
                    <a:ln/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MC Host VM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endParaRPr>
              </a:p>
              <a:p>
                <a:pPr algn="l"/>
                <a:r>
                  <a:rPr lang="en-US" sz="900" b="1" spc="0" baseline="0" dirty="0">
                    <a:ln/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10.0.2.26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endParaRPr>
              </a:p>
            </p:txBody>
          </p:sp>
        </p:grpSp>
      </p:grpSp>
      <p:grpSp>
        <p:nvGrpSpPr>
          <p:cNvPr id="1615" name="Graphic 1518">
            <a:extLst>
              <a:ext uri="{FF2B5EF4-FFF2-40B4-BE49-F238E27FC236}">
                <a16:creationId xmlns:a16="http://schemas.microsoft.com/office/drawing/2014/main" id="{80E2BB44-5C78-3E17-C0A5-36C6C77C40DF}"/>
              </a:ext>
            </a:extLst>
          </p:cNvPr>
          <p:cNvGrpSpPr/>
          <p:nvPr/>
        </p:nvGrpSpPr>
        <p:grpSpPr>
          <a:xfrm>
            <a:off x="4464503" y="4802191"/>
            <a:ext cx="813577" cy="733906"/>
            <a:chOff x="3477140" y="3069656"/>
            <a:chExt cx="588623" cy="595731"/>
          </a:xfrm>
        </p:grpSpPr>
        <p:grpSp>
          <p:nvGrpSpPr>
            <p:cNvPr id="1616" name="Graphic 1518">
              <a:extLst>
                <a:ext uri="{FF2B5EF4-FFF2-40B4-BE49-F238E27FC236}">
                  <a16:creationId xmlns:a16="http://schemas.microsoft.com/office/drawing/2014/main" id="{DA58A6DC-ECDE-99A0-040D-216D9FEF4F3D}"/>
                </a:ext>
              </a:extLst>
            </p:cNvPr>
            <p:cNvGrpSpPr/>
            <p:nvPr/>
          </p:nvGrpSpPr>
          <p:grpSpPr>
            <a:xfrm>
              <a:off x="3533549" y="3069656"/>
              <a:ext cx="385010" cy="385010"/>
              <a:chOff x="3533549" y="3069656"/>
              <a:chExt cx="385010" cy="385010"/>
            </a:xfrm>
          </p:grpSpPr>
          <p:grpSp>
            <p:nvGrpSpPr>
              <p:cNvPr id="1617" name="Graphic 1518">
                <a:extLst>
                  <a:ext uri="{FF2B5EF4-FFF2-40B4-BE49-F238E27FC236}">
                    <a16:creationId xmlns:a16="http://schemas.microsoft.com/office/drawing/2014/main" id="{4F75DA10-E280-2B27-9C50-A5BF494766AB}"/>
                  </a:ext>
                </a:extLst>
              </p:cNvPr>
              <p:cNvGrpSpPr/>
              <p:nvPr/>
            </p:nvGrpSpPr>
            <p:grpSpPr>
              <a:xfrm>
                <a:off x="3533549" y="3069656"/>
                <a:ext cx="385010" cy="385010"/>
                <a:chOff x="3533549" y="3069656"/>
                <a:chExt cx="385010" cy="385010"/>
              </a:xfrm>
              <a:solidFill>
                <a:srgbClr val="FFFFFF"/>
              </a:solidFill>
            </p:grpSpPr>
            <p:sp>
              <p:nvSpPr>
                <p:cNvPr id="1618" name="Freeform: Shape 1571">
                  <a:extLst>
                    <a:ext uri="{FF2B5EF4-FFF2-40B4-BE49-F238E27FC236}">
                      <a16:creationId xmlns:a16="http://schemas.microsoft.com/office/drawing/2014/main" id="{49CC4569-1C5C-32C1-8B24-EFAE42097DFB}"/>
                    </a:ext>
                  </a:extLst>
                </p:cNvPr>
                <p:cNvSpPr/>
                <p:nvPr/>
              </p:nvSpPr>
              <p:spPr>
                <a:xfrm>
                  <a:off x="3538131" y="3074240"/>
                  <a:ext cx="375866" cy="376762"/>
                </a:xfrm>
                <a:custGeom>
                  <a:avLst/>
                  <a:gdLst>
                    <a:gd name="connsiteX0" fmla="*/ 20123 w 375866"/>
                    <a:gd name="connsiteY0" fmla="*/ 375845 h 376762"/>
                    <a:gd name="connsiteX1" fmla="*/ 0 w 375866"/>
                    <a:gd name="connsiteY1" fmla="*/ 355677 h 376762"/>
                    <a:gd name="connsiteX2" fmla="*/ 0 w 375866"/>
                    <a:gd name="connsiteY2" fmla="*/ 20167 h 376762"/>
                    <a:gd name="connsiteX3" fmla="*/ 20123 w 375866"/>
                    <a:gd name="connsiteY3" fmla="*/ 0 h 376762"/>
                    <a:gd name="connsiteX4" fmla="*/ 355750 w 375866"/>
                    <a:gd name="connsiteY4" fmla="*/ 0 h 376762"/>
                    <a:gd name="connsiteX5" fmla="*/ 375866 w 375866"/>
                    <a:gd name="connsiteY5" fmla="*/ 20167 h 376762"/>
                    <a:gd name="connsiteX6" fmla="*/ 375866 w 375866"/>
                    <a:gd name="connsiteY6" fmla="*/ 356594 h 376762"/>
                    <a:gd name="connsiteX7" fmla="*/ 355750 w 375866"/>
                    <a:gd name="connsiteY7" fmla="*/ 376762 h 376762"/>
                    <a:gd name="connsiteX8" fmla="*/ 20123 w 375866"/>
                    <a:gd name="connsiteY8" fmla="*/ 375845 h 376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75866" h="376762">
                      <a:moveTo>
                        <a:pt x="20123" y="375845"/>
                      </a:moveTo>
                      <a:cubicBezTo>
                        <a:pt x="9144" y="375845"/>
                        <a:pt x="0" y="366675"/>
                        <a:pt x="0" y="355677"/>
                      </a:cubicBezTo>
                      <a:lnTo>
                        <a:pt x="0" y="20167"/>
                      </a:lnTo>
                      <a:cubicBezTo>
                        <a:pt x="0" y="9166"/>
                        <a:pt x="9144" y="0"/>
                        <a:pt x="20123" y="0"/>
                      </a:cubicBezTo>
                      <a:lnTo>
                        <a:pt x="355750" y="0"/>
                      </a:lnTo>
                      <a:cubicBezTo>
                        <a:pt x="366722" y="0"/>
                        <a:pt x="375866" y="9166"/>
                        <a:pt x="375866" y="20167"/>
                      </a:cubicBezTo>
                      <a:lnTo>
                        <a:pt x="375866" y="356594"/>
                      </a:lnTo>
                      <a:cubicBezTo>
                        <a:pt x="375866" y="367593"/>
                        <a:pt x="366722" y="376762"/>
                        <a:pt x="355750" y="376762"/>
                      </a:cubicBezTo>
                      <a:lnTo>
                        <a:pt x="20123" y="37584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19" name="Freeform: Shape 1572">
                  <a:extLst>
                    <a:ext uri="{FF2B5EF4-FFF2-40B4-BE49-F238E27FC236}">
                      <a16:creationId xmlns:a16="http://schemas.microsoft.com/office/drawing/2014/main" id="{BF5EBF57-7062-0F8D-4C68-A5CF63EE90F5}"/>
                    </a:ext>
                  </a:extLst>
                </p:cNvPr>
                <p:cNvSpPr/>
                <p:nvPr/>
              </p:nvSpPr>
              <p:spPr>
                <a:xfrm>
                  <a:off x="3533549" y="3069656"/>
                  <a:ext cx="385010" cy="385010"/>
                </a:xfrm>
                <a:custGeom>
                  <a:avLst/>
                  <a:gdLst>
                    <a:gd name="connsiteX0" fmla="*/ 359401 w 385010"/>
                    <a:gd name="connsiteY0" fmla="*/ 9167 h 385010"/>
                    <a:gd name="connsiteX1" fmla="*/ 374949 w 385010"/>
                    <a:gd name="connsiteY1" fmla="*/ 24750 h 385010"/>
                    <a:gd name="connsiteX2" fmla="*/ 374949 w 385010"/>
                    <a:gd name="connsiteY2" fmla="*/ 361179 h 385010"/>
                    <a:gd name="connsiteX3" fmla="*/ 359401 w 385010"/>
                    <a:gd name="connsiteY3" fmla="*/ 376759 h 385010"/>
                    <a:gd name="connsiteX4" fmla="*/ 24692 w 385010"/>
                    <a:gd name="connsiteY4" fmla="*/ 376759 h 385010"/>
                    <a:gd name="connsiteX5" fmla="*/ 9144 w 385010"/>
                    <a:gd name="connsiteY5" fmla="*/ 360261 h 385010"/>
                    <a:gd name="connsiteX6" fmla="*/ 9144 w 385010"/>
                    <a:gd name="connsiteY6" fmla="*/ 24750 h 385010"/>
                    <a:gd name="connsiteX7" fmla="*/ 24692 w 385010"/>
                    <a:gd name="connsiteY7" fmla="*/ 9167 h 385010"/>
                    <a:gd name="connsiteX8" fmla="*/ 359401 w 385010"/>
                    <a:gd name="connsiteY8" fmla="*/ 9167 h 385010"/>
                    <a:gd name="connsiteX9" fmla="*/ 359401 w 385010"/>
                    <a:gd name="connsiteY9" fmla="*/ 0 h 385010"/>
                    <a:gd name="connsiteX10" fmla="*/ 24692 w 385010"/>
                    <a:gd name="connsiteY10" fmla="*/ 0 h 385010"/>
                    <a:gd name="connsiteX11" fmla="*/ 0 w 385010"/>
                    <a:gd name="connsiteY11" fmla="*/ 24750 h 385010"/>
                    <a:gd name="connsiteX12" fmla="*/ 0 w 385010"/>
                    <a:gd name="connsiteY12" fmla="*/ 361179 h 385010"/>
                    <a:gd name="connsiteX13" fmla="*/ 24692 w 385010"/>
                    <a:gd name="connsiteY13" fmla="*/ 385011 h 385010"/>
                    <a:gd name="connsiteX14" fmla="*/ 360318 w 385010"/>
                    <a:gd name="connsiteY14" fmla="*/ 385011 h 385010"/>
                    <a:gd name="connsiteX15" fmla="*/ 385011 w 385010"/>
                    <a:gd name="connsiteY15" fmla="*/ 360261 h 385010"/>
                    <a:gd name="connsiteX16" fmla="*/ 385011 w 385010"/>
                    <a:gd name="connsiteY16" fmla="*/ 24750 h 385010"/>
                    <a:gd name="connsiteX17" fmla="*/ 359401 w 385010"/>
                    <a:gd name="connsiteY17" fmla="*/ 0 h 385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85010" h="385010">
                      <a:moveTo>
                        <a:pt x="359401" y="9167"/>
                      </a:moveTo>
                      <a:cubicBezTo>
                        <a:pt x="367634" y="9167"/>
                        <a:pt x="374949" y="16500"/>
                        <a:pt x="374949" y="24750"/>
                      </a:cubicBezTo>
                      <a:lnTo>
                        <a:pt x="374949" y="361179"/>
                      </a:lnTo>
                      <a:cubicBezTo>
                        <a:pt x="374949" y="369424"/>
                        <a:pt x="367634" y="376759"/>
                        <a:pt x="359401" y="376759"/>
                      </a:cubicBezTo>
                      <a:lnTo>
                        <a:pt x="24692" y="376759"/>
                      </a:lnTo>
                      <a:cubicBezTo>
                        <a:pt x="16459" y="375841"/>
                        <a:pt x="9144" y="368513"/>
                        <a:pt x="9144" y="360261"/>
                      </a:cubicBezTo>
                      <a:lnTo>
                        <a:pt x="9144" y="24750"/>
                      </a:lnTo>
                      <a:cubicBezTo>
                        <a:pt x="9144" y="16500"/>
                        <a:pt x="16459" y="9167"/>
                        <a:pt x="24692" y="9167"/>
                      </a:cubicBezTo>
                      <a:lnTo>
                        <a:pt x="359401" y="9167"/>
                      </a:lnTo>
                      <a:close/>
                      <a:moveTo>
                        <a:pt x="359401" y="0"/>
                      </a:moveTo>
                      <a:lnTo>
                        <a:pt x="24692" y="0"/>
                      </a:lnTo>
                      <a:cubicBezTo>
                        <a:pt x="10973" y="0"/>
                        <a:pt x="0" y="11000"/>
                        <a:pt x="0" y="24750"/>
                      </a:cubicBezTo>
                      <a:lnTo>
                        <a:pt x="0" y="361179"/>
                      </a:lnTo>
                      <a:cubicBezTo>
                        <a:pt x="0" y="374012"/>
                        <a:pt x="10973" y="385011"/>
                        <a:pt x="24692" y="385011"/>
                      </a:cubicBezTo>
                      <a:lnTo>
                        <a:pt x="360318" y="385011"/>
                      </a:lnTo>
                      <a:cubicBezTo>
                        <a:pt x="374038" y="385011"/>
                        <a:pt x="385011" y="374012"/>
                        <a:pt x="385011" y="360261"/>
                      </a:cubicBezTo>
                      <a:lnTo>
                        <a:pt x="385011" y="24750"/>
                      </a:lnTo>
                      <a:cubicBezTo>
                        <a:pt x="384093" y="11000"/>
                        <a:pt x="373120" y="0"/>
                        <a:pt x="35940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</p:grpSp>
          <p:grpSp>
            <p:nvGrpSpPr>
              <p:cNvPr id="1620" name="Graphic 1518">
                <a:extLst>
                  <a:ext uri="{FF2B5EF4-FFF2-40B4-BE49-F238E27FC236}">
                    <a16:creationId xmlns:a16="http://schemas.microsoft.com/office/drawing/2014/main" id="{09FFF862-9C59-91C5-8498-4D58A5D2F509}"/>
                  </a:ext>
                </a:extLst>
              </p:cNvPr>
              <p:cNvGrpSpPr/>
              <p:nvPr/>
            </p:nvGrpSpPr>
            <p:grpSpPr>
              <a:xfrm>
                <a:off x="3542699" y="3078827"/>
                <a:ext cx="366716" cy="366676"/>
                <a:chOff x="3542699" y="3078827"/>
                <a:chExt cx="366716" cy="366676"/>
              </a:xfrm>
              <a:solidFill>
                <a:srgbClr val="2D5967"/>
              </a:solidFill>
            </p:grpSpPr>
            <p:sp>
              <p:nvSpPr>
                <p:cNvPr id="1621" name="Freeform: Shape 1574">
                  <a:extLst>
                    <a:ext uri="{FF2B5EF4-FFF2-40B4-BE49-F238E27FC236}">
                      <a16:creationId xmlns:a16="http://schemas.microsoft.com/office/drawing/2014/main" id="{5490A309-AA34-F4D6-8681-2D14EB11E9F7}"/>
                    </a:ext>
                  </a:extLst>
                </p:cNvPr>
                <p:cNvSpPr/>
                <p:nvPr/>
              </p:nvSpPr>
              <p:spPr>
                <a:xfrm>
                  <a:off x="3542699" y="3078827"/>
                  <a:ext cx="366716" cy="366676"/>
                </a:xfrm>
                <a:custGeom>
                  <a:avLst/>
                  <a:gdLst>
                    <a:gd name="connsiteX0" fmla="*/ 350257 w 366716"/>
                    <a:gd name="connsiteY0" fmla="*/ 0 h 366676"/>
                    <a:gd name="connsiteX1" fmla="*/ 15542 w 366716"/>
                    <a:gd name="connsiteY1" fmla="*/ 0 h 366676"/>
                    <a:gd name="connsiteX2" fmla="*/ 0 w 366716"/>
                    <a:gd name="connsiteY2" fmla="*/ 15584 h 366676"/>
                    <a:gd name="connsiteX3" fmla="*/ 0 w 366716"/>
                    <a:gd name="connsiteY3" fmla="*/ 352008 h 366676"/>
                    <a:gd name="connsiteX4" fmla="*/ 15542 w 366716"/>
                    <a:gd name="connsiteY4" fmla="*/ 366676 h 366676"/>
                    <a:gd name="connsiteX5" fmla="*/ 351168 w 366716"/>
                    <a:gd name="connsiteY5" fmla="*/ 366676 h 366676"/>
                    <a:gd name="connsiteX6" fmla="*/ 366716 w 366716"/>
                    <a:gd name="connsiteY6" fmla="*/ 351090 h 366676"/>
                    <a:gd name="connsiteX7" fmla="*/ 366716 w 366716"/>
                    <a:gd name="connsiteY7" fmla="*/ 15584 h 366676"/>
                    <a:gd name="connsiteX8" fmla="*/ 350257 w 366716"/>
                    <a:gd name="connsiteY8" fmla="*/ 0 h 366676"/>
                    <a:gd name="connsiteX9" fmla="*/ 352086 w 366716"/>
                    <a:gd name="connsiteY9" fmla="*/ 351090 h 366676"/>
                    <a:gd name="connsiteX10" fmla="*/ 350257 w 366716"/>
                    <a:gd name="connsiteY10" fmla="*/ 352925 h 366676"/>
                    <a:gd name="connsiteX11" fmla="*/ 15542 w 366716"/>
                    <a:gd name="connsiteY11" fmla="*/ 352925 h 366676"/>
                    <a:gd name="connsiteX12" fmla="*/ 13713 w 366716"/>
                    <a:gd name="connsiteY12" fmla="*/ 351090 h 366676"/>
                    <a:gd name="connsiteX13" fmla="*/ 13713 w 366716"/>
                    <a:gd name="connsiteY13" fmla="*/ 15584 h 366676"/>
                    <a:gd name="connsiteX14" fmla="*/ 15542 w 366716"/>
                    <a:gd name="connsiteY14" fmla="*/ 13751 h 366676"/>
                    <a:gd name="connsiteX15" fmla="*/ 351168 w 366716"/>
                    <a:gd name="connsiteY15" fmla="*/ 13751 h 366676"/>
                    <a:gd name="connsiteX16" fmla="*/ 352997 w 366716"/>
                    <a:gd name="connsiteY16" fmla="*/ 15584 h 366676"/>
                    <a:gd name="connsiteX17" fmla="*/ 352086 w 366716"/>
                    <a:gd name="connsiteY17" fmla="*/ 351090 h 366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66716" h="366676">
                      <a:moveTo>
                        <a:pt x="350257" y="0"/>
                      </a:moveTo>
                      <a:lnTo>
                        <a:pt x="15542" y="0"/>
                      </a:lnTo>
                      <a:cubicBezTo>
                        <a:pt x="7315" y="0"/>
                        <a:pt x="0" y="7334"/>
                        <a:pt x="0" y="15584"/>
                      </a:cubicBezTo>
                      <a:lnTo>
                        <a:pt x="0" y="352008"/>
                      </a:lnTo>
                      <a:cubicBezTo>
                        <a:pt x="0" y="359342"/>
                        <a:pt x="7315" y="366676"/>
                        <a:pt x="15542" y="366676"/>
                      </a:cubicBezTo>
                      <a:lnTo>
                        <a:pt x="351168" y="366676"/>
                      </a:lnTo>
                      <a:cubicBezTo>
                        <a:pt x="359401" y="366676"/>
                        <a:pt x="366716" y="359342"/>
                        <a:pt x="366716" y="351090"/>
                      </a:cubicBezTo>
                      <a:lnTo>
                        <a:pt x="366716" y="15584"/>
                      </a:lnTo>
                      <a:cubicBezTo>
                        <a:pt x="365805" y="7334"/>
                        <a:pt x="358490" y="0"/>
                        <a:pt x="350257" y="0"/>
                      </a:cubicBezTo>
                      <a:close/>
                      <a:moveTo>
                        <a:pt x="352086" y="351090"/>
                      </a:moveTo>
                      <a:cubicBezTo>
                        <a:pt x="352086" y="352008"/>
                        <a:pt x="351168" y="352925"/>
                        <a:pt x="350257" y="352925"/>
                      </a:cubicBezTo>
                      <a:lnTo>
                        <a:pt x="15542" y="352925"/>
                      </a:lnTo>
                      <a:cubicBezTo>
                        <a:pt x="14631" y="352925"/>
                        <a:pt x="13713" y="352008"/>
                        <a:pt x="13713" y="351090"/>
                      </a:cubicBezTo>
                      <a:lnTo>
                        <a:pt x="13713" y="15584"/>
                      </a:lnTo>
                      <a:cubicBezTo>
                        <a:pt x="13713" y="14667"/>
                        <a:pt x="14631" y="13751"/>
                        <a:pt x="15542" y="13751"/>
                      </a:cubicBezTo>
                      <a:lnTo>
                        <a:pt x="351168" y="13751"/>
                      </a:lnTo>
                      <a:cubicBezTo>
                        <a:pt x="352086" y="13751"/>
                        <a:pt x="352997" y="14667"/>
                        <a:pt x="352997" y="15584"/>
                      </a:cubicBezTo>
                      <a:lnTo>
                        <a:pt x="352086" y="35109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22" name="Freeform: Shape 1575">
                  <a:extLst>
                    <a:ext uri="{FF2B5EF4-FFF2-40B4-BE49-F238E27FC236}">
                      <a16:creationId xmlns:a16="http://schemas.microsoft.com/office/drawing/2014/main" id="{A3F16BC1-C528-0C2C-BA74-0B0F753DDF5A}"/>
                    </a:ext>
                  </a:extLst>
                </p:cNvPr>
                <p:cNvSpPr/>
                <p:nvPr/>
              </p:nvSpPr>
              <p:spPr>
                <a:xfrm>
                  <a:off x="3593906" y="3312587"/>
                  <a:ext cx="266125" cy="81587"/>
                </a:xfrm>
                <a:custGeom>
                  <a:avLst/>
                  <a:gdLst>
                    <a:gd name="connsiteX0" fmla="*/ 0 w 266125"/>
                    <a:gd name="connsiteY0" fmla="*/ 81588 h 81587"/>
                    <a:gd name="connsiteX1" fmla="*/ 266126 w 266125"/>
                    <a:gd name="connsiteY1" fmla="*/ 81588 h 81587"/>
                    <a:gd name="connsiteX2" fmla="*/ 266126 w 266125"/>
                    <a:gd name="connsiteY2" fmla="*/ 0 h 81587"/>
                    <a:gd name="connsiteX3" fmla="*/ 0 w 266125"/>
                    <a:gd name="connsiteY3" fmla="*/ 0 h 81587"/>
                    <a:gd name="connsiteX4" fmla="*/ 0 w 266125"/>
                    <a:gd name="connsiteY4" fmla="*/ 81588 h 81587"/>
                    <a:gd name="connsiteX5" fmla="*/ 12802 w 266125"/>
                    <a:gd name="connsiteY5" fmla="*/ 13751 h 81587"/>
                    <a:gd name="connsiteX6" fmla="*/ 251496 w 266125"/>
                    <a:gd name="connsiteY6" fmla="*/ 13751 h 81587"/>
                    <a:gd name="connsiteX7" fmla="*/ 251496 w 266125"/>
                    <a:gd name="connsiteY7" fmla="*/ 68752 h 81587"/>
                    <a:gd name="connsiteX8" fmla="*/ 12802 w 266125"/>
                    <a:gd name="connsiteY8" fmla="*/ 68752 h 81587"/>
                    <a:gd name="connsiteX9" fmla="*/ 12802 w 266125"/>
                    <a:gd name="connsiteY9" fmla="*/ 13751 h 8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66125" h="81587">
                      <a:moveTo>
                        <a:pt x="0" y="81588"/>
                      </a:moveTo>
                      <a:lnTo>
                        <a:pt x="266126" y="81588"/>
                      </a:lnTo>
                      <a:lnTo>
                        <a:pt x="266126" y="0"/>
                      </a:lnTo>
                      <a:lnTo>
                        <a:pt x="0" y="0"/>
                      </a:lnTo>
                      <a:lnTo>
                        <a:pt x="0" y="81588"/>
                      </a:lnTo>
                      <a:close/>
                      <a:moveTo>
                        <a:pt x="12802" y="13751"/>
                      </a:moveTo>
                      <a:lnTo>
                        <a:pt x="251496" y="13751"/>
                      </a:lnTo>
                      <a:lnTo>
                        <a:pt x="251496" y="68752"/>
                      </a:lnTo>
                      <a:lnTo>
                        <a:pt x="12802" y="68752"/>
                      </a:lnTo>
                      <a:lnTo>
                        <a:pt x="12802" y="13751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23" name="Freeform: Shape 1576">
                  <a:extLst>
                    <a:ext uri="{FF2B5EF4-FFF2-40B4-BE49-F238E27FC236}">
                      <a16:creationId xmlns:a16="http://schemas.microsoft.com/office/drawing/2014/main" id="{F7CEC65D-5481-BB18-99E8-D2C889E069A6}"/>
                    </a:ext>
                  </a:extLst>
                </p:cNvPr>
                <p:cNvSpPr/>
                <p:nvPr/>
              </p:nvSpPr>
              <p:spPr>
                <a:xfrm>
                  <a:off x="3805155" y="3343750"/>
                  <a:ext cx="20123" cy="20167"/>
                </a:xfrm>
                <a:custGeom>
                  <a:avLst/>
                  <a:gdLst>
                    <a:gd name="connsiteX0" fmla="*/ 10062 w 20123"/>
                    <a:gd name="connsiteY0" fmla="*/ 20167 h 20167"/>
                    <a:gd name="connsiteX1" fmla="*/ 20123 w 20123"/>
                    <a:gd name="connsiteY1" fmla="*/ 10084 h 20167"/>
                    <a:gd name="connsiteX2" fmla="*/ 10062 w 20123"/>
                    <a:gd name="connsiteY2" fmla="*/ 0 h 20167"/>
                    <a:gd name="connsiteX3" fmla="*/ 0 w 20123"/>
                    <a:gd name="connsiteY3" fmla="*/ 10084 h 20167"/>
                    <a:gd name="connsiteX4" fmla="*/ 10062 w 20123"/>
                    <a:gd name="connsiteY4" fmla="*/ 20167 h 20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123" h="20167">
                      <a:moveTo>
                        <a:pt x="10062" y="20167"/>
                      </a:moveTo>
                      <a:cubicBezTo>
                        <a:pt x="15619" y="20167"/>
                        <a:pt x="20123" y="15653"/>
                        <a:pt x="20123" y="10084"/>
                      </a:cubicBezTo>
                      <a:cubicBezTo>
                        <a:pt x="20123" y="4515"/>
                        <a:pt x="15619" y="0"/>
                        <a:pt x="10062" y="0"/>
                      </a:cubicBezTo>
                      <a:cubicBezTo>
                        <a:pt x="4505" y="0"/>
                        <a:pt x="0" y="4515"/>
                        <a:pt x="0" y="10084"/>
                      </a:cubicBezTo>
                      <a:cubicBezTo>
                        <a:pt x="0" y="15653"/>
                        <a:pt x="4505" y="20167"/>
                        <a:pt x="10062" y="20167"/>
                      </a:cubicBez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24" name="Freeform: Shape 1577">
                  <a:extLst>
                    <a:ext uri="{FF2B5EF4-FFF2-40B4-BE49-F238E27FC236}">
                      <a16:creationId xmlns:a16="http://schemas.microsoft.com/office/drawing/2014/main" id="{027B02B7-5667-33C8-38B3-D0DC2D4A8C1B}"/>
                    </a:ext>
                  </a:extLst>
                </p:cNvPr>
                <p:cNvSpPr/>
                <p:nvPr/>
              </p:nvSpPr>
              <p:spPr>
                <a:xfrm>
                  <a:off x="3593906" y="3130158"/>
                  <a:ext cx="81391" cy="81585"/>
                </a:xfrm>
                <a:custGeom>
                  <a:avLst/>
                  <a:gdLst>
                    <a:gd name="connsiteX0" fmla="*/ 80480 w 81391"/>
                    <a:gd name="connsiteY0" fmla="*/ 0 h 81585"/>
                    <a:gd name="connsiteX1" fmla="*/ 0 w 81391"/>
                    <a:gd name="connsiteY1" fmla="*/ 0 h 81585"/>
                    <a:gd name="connsiteX2" fmla="*/ 0 w 81391"/>
                    <a:gd name="connsiteY2" fmla="*/ 81586 h 81585"/>
                    <a:gd name="connsiteX3" fmla="*/ 81391 w 81391"/>
                    <a:gd name="connsiteY3" fmla="*/ 81586 h 81585"/>
                    <a:gd name="connsiteX4" fmla="*/ 80480 w 81391"/>
                    <a:gd name="connsiteY4" fmla="*/ 0 h 81585"/>
                    <a:gd name="connsiteX5" fmla="*/ 67672 w 81391"/>
                    <a:gd name="connsiteY5" fmla="*/ 67835 h 81585"/>
                    <a:gd name="connsiteX6" fmla="*/ 12802 w 81391"/>
                    <a:gd name="connsiteY6" fmla="*/ 67835 h 81585"/>
                    <a:gd name="connsiteX7" fmla="*/ 12802 w 81391"/>
                    <a:gd name="connsiteY7" fmla="*/ 12834 h 81585"/>
                    <a:gd name="connsiteX8" fmla="*/ 67672 w 81391"/>
                    <a:gd name="connsiteY8" fmla="*/ 12834 h 81585"/>
                    <a:gd name="connsiteX9" fmla="*/ 67672 w 81391"/>
                    <a:gd name="connsiteY9" fmla="*/ 67835 h 8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391" h="81585">
                      <a:moveTo>
                        <a:pt x="80480" y="0"/>
                      </a:moveTo>
                      <a:lnTo>
                        <a:pt x="0" y="0"/>
                      </a:lnTo>
                      <a:lnTo>
                        <a:pt x="0" y="81586"/>
                      </a:lnTo>
                      <a:lnTo>
                        <a:pt x="81391" y="81586"/>
                      </a:lnTo>
                      <a:lnTo>
                        <a:pt x="80480" y="0"/>
                      </a:lnTo>
                      <a:close/>
                      <a:moveTo>
                        <a:pt x="67672" y="67835"/>
                      </a:moveTo>
                      <a:lnTo>
                        <a:pt x="12802" y="67835"/>
                      </a:lnTo>
                      <a:lnTo>
                        <a:pt x="12802" y="12834"/>
                      </a:lnTo>
                      <a:lnTo>
                        <a:pt x="67672" y="12834"/>
                      </a:lnTo>
                      <a:lnTo>
                        <a:pt x="67672" y="67835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25" name="Freeform: Shape 1578">
                  <a:extLst>
                    <a:ext uri="{FF2B5EF4-FFF2-40B4-BE49-F238E27FC236}">
                      <a16:creationId xmlns:a16="http://schemas.microsoft.com/office/drawing/2014/main" id="{98974929-E56C-B295-8AF1-E1591CC0C288}"/>
                    </a:ext>
                  </a:extLst>
                </p:cNvPr>
                <p:cNvSpPr/>
                <p:nvPr/>
              </p:nvSpPr>
              <p:spPr>
                <a:xfrm>
                  <a:off x="3684448" y="3130158"/>
                  <a:ext cx="81397" cy="81585"/>
                </a:xfrm>
                <a:custGeom>
                  <a:avLst/>
                  <a:gdLst>
                    <a:gd name="connsiteX0" fmla="*/ 81398 w 81397"/>
                    <a:gd name="connsiteY0" fmla="*/ 0 h 81585"/>
                    <a:gd name="connsiteX1" fmla="*/ 0 w 81397"/>
                    <a:gd name="connsiteY1" fmla="*/ 0 h 81585"/>
                    <a:gd name="connsiteX2" fmla="*/ 0 w 81397"/>
                    <a:gd name="connsiteY2" fmla="*/ 81586 h 81585"/>
                    <a:gd name="connsiteX3" fmla="*/ 81398 w 81397"/>
                    <a:gd name="connsiteY3" fmla="*/ 81586 h 81585"/>
                    <a:gd name="connsiteX4" fmla="*/ 81398 w 81397"/>
                    <a:gd name="connsiteY4" fmla="*/ 0 h 81585"/>
                    <a:gd name="connsiteX5" fmla="*/ 68589 w 81397"/>
                    <a:gd name="connsiteY5" fmla="*/ 67835 h 81585"/>
                    <a:gd name="connsiteX6" fmla="*/ 13719 w 81397"/>
                    <a:gd name="connsiteY6" fmla="*/ 67835 h 81585"/>
                    <a:gd name="connsiteX7" fmla="*/ 13719 w 81397"/>
                    <a:gd name="connsiteY7" fmla="*/ 12834 h 81585"/>
                    <a:gd name="connsiteX8" fmla="*/ 68589 w 81397"/>
                    <a:gd name="connsiteY8" fmla="*/ 12834 h 81585"/>
                    <a:gd name="connsiteX9" fmla="*/ 68589 w 81397"/>
                    <a:gd name="connsiteY9" fmla="*/ 67835 h 8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397" h="81585">
                      <a:moveTo>
                        <a:pt x="81398" y="0"/>
                      </a:moveTo>
                      <a:lnTo>
                        <a:pt x="0" y="0"/>
                      </a:lnTo>
                      <a:lnTo>
                        <a:pt x="0" y="81586"/>
                      </a:lnTo>
                      <a:lnTo>
                        <a:pt x="81398" y="81586"/>
                      </a:lnTo>
                      <a:lnTo>
                        <a:pt x="81398" y="0"/>
                      </a:lnTo>
                      <a:close/>
                      <a:moveTo>
                        <a:pt x="68589" y="67835"/>
                      </a:moveTo>
                      <a:lnTo>
                        <a:pt x="13719" y="67835"/>
                      </a:lnTo>
                      <a:lnTo>
                        <a:pt x="13719" y="12834"/>
                      </a:lnTo>
                      <a:lnTo>
                        <a:pt x="68589" y="12834"/>
                      </a:lnTo>
                      <a:lnTo>
                        <a:pt x="68589" y="67835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26" name="Freeform: Shape 1579">
                  <a:extLst>
                    <a:ext uri="{FF2B5EF4-FFF2-40B4-BE49-F238E27FC236}">
                      <a16:creationId xmlns:a16="http://schemas.microsoft.com/office/drawing/2014/main" id="{19CA17CD-FB5A-7633-5C53-A11B0188673D}"/>
                    </a:ext>
                  </a:extLst>
                </p:cNvPr>
                <p:cNvSpPr/>
                <p:nvPr/>
              </p:nvSpPr>
              <p:spPr>
                <a:xfrm>
                  <a:off x="3593906" y="3221827"/>
                  <a:ext cx="81391" cy="81585"/>
                </a:xfrm>
                <a:custGeom>
                  <a:avLst/>
                  <a:gdLst>
                    <a:gd name="connsiteX0" fmla="*/ 80480 w 81391"/>
                    <a:gd name="connsiteY0" fmla="*/ 0 h 81585"/>
                    <a:gd name="connsiteX1" fmla="*/ 0 w 81391"/>
                    <a:gd name="connsiteY1" fmla="*/ 0 h 81585"/>
                    <a:gd name="connsiteX2" fmla="*/ 0 w 81391"/>
                    <a:gd name="connsiteY2" fmla="*/ 81585 h 81585"/>
                    <a:gd name="connsiteX3" fmla="*/ 81391 w 81391"/>
                    <a:gd name="connsiteY3" fmla="*/ 81585 h 81585"/>
                    <a:gd name="connsiteX4" fmla="*/ 80480 w 81391"/>
                    <a:gd name="connsiteY4" fmla="*/ 0 h 81585"/>
                    <a:gd name="connsiteX5" fmla="*/ 67672 w 81391"/>
                    <a:gd name="connsiteY5" fmla="*/ 67835 h 81585"/>
                    <a:gd name="connsiteX6" fmla="*/ 12802 w 81391"/>
                    <a:gd name="connsiteY6" fmla="*/ 67835 h 81585"/>
                    <a:gd name="connsiteX7" fmla="*/ 12802 w 81391"/>
                    <a:gd name="connsiteY7" fmla="*/ 12834 h 81585"/>
                    <a:gd name="connsiteX8" fmla="*/ 67672 w 81391"/>
                    <a:gd name="connsiteY8" fmla="*/ 12834 h 81585"/>
                    <a:gd name="connsiteX9" fmla="*/ 67672 w 81391"/>
                    <a:gd name="connsiteY9" fmla="*/ 67835 h 8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391" h="81585">
                      <a:moveTo>
                        <a:pt x="80480" y="0"/>
                      </a:moveTo>
                      <a:lnTo>
                        <a:pt x="0" y="0"/>
                      </a:lnTo>
                      <a:lnTo>
                        <a:pt x="0" y="81585"/>
                      </a:lnTo>
                      <a:lnTo>
                        <a:pt x="81391" y="81585"/>
                      </a:lnTo>
                      <a:lnTo>
                        <a:pt x="80480" y="0"/>
                      </a:lnTo>
                      <a:close/>
                      <a:moveTo>
                        <a:pt x="67672" y="67835"/>
                      </a:moveTo>
                      <a:lnTo>
                        <a:pt x="12802" y="67835"/>
                      </a:lnTo>
                      <a:lnTo>
                        <a:pt x="12802" y="12834"/>
                      </a:lnTo>
                      <a:lnTo>
                        <a:pt x="67672" y="12834"/>
                      </a:lnTo>
                      <a:lnTo>
                        <a:pt x="67672" y="67835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27" name="Freeform: Shape 1580">
                  <a:extLst>
                    <a:ext uri="{FF2B5EF4-FFF2-40B4-BE49-F238E27FC236}">
                      <a16:creationId xmlns:a16="http://schemas.microsoft.com/office/drawing/2014/main" id="{0ADE2C25-EC7C-462F-FA99-9543BCCE8BDD}"/>
                    </a:ext>
                  </a:extLst>
                </p:cNvPr>
                <p:cNvSpPr/>
                <p:nvPr/>
              </p:nvSpPr>
              <p:spPr>
                <a:xfrm>
                  <a:off x="3684448" y="3221827"/>
                  <a:ext cx="81397" cy="81585"/>
                </a:xfrm>
                <a:custGeom>
                  <a:avLst/>
                  <a:gdLst>
                    <a:gd name="connsiteX0" fmla="*/ 81398 w 81397"/>
                    <a:gd name="connsiteY0" fmla="*/ 0 h 81585"/>
                    <a:gd name="connsiteX1" fmla="*/ 0 w 81397"/>
                    <a:gd name="connsiteY1" fmla="*/ 0 h 81585"/>
                    <a:gd name="connsiteX2" fmla="*/ 0 w 81397"/>
                    <a:gd name="connsiteY2" fmla="*/ 81585 h 81585"/>
                    <a:gd name="connsiteX3" fmla="*/ 81398 w 81397"/>
                    <a:gd name="connsiteY3" fmla="*/ 81585 h 81585"/>
                    <a:gd name="connsiteX4" fmla="*/ 81398 w 81397"/>
                    <a:gd name="connsiteY4" fmla="*/ 0 h 81585"/>
                    <a:gd name="connsiteX5" fmla="*/ 68589 w 81397"/>
                    <a:gd name="connsiteY5" fmla="*/ 67835 h 81585"/>
                    <a:gd name="connsiteX6" fmla="*/ 13719 w 81397"/>
                    <a:gd name="connsiteY6" fmla="*/ 67835 h 81585"/>
                    <a:gd name="connsiteX7" fmla="*/ 13719 w 81397"/>
                    <a:gd name="connsiteY7" fmla="*/ 12834 h 81585"/>
                    <a:gd name="connsiteX8" fmla="*/ 68589 w 81397"/>
                    <a:gd name="connsiteY8" fmla="*/ 12834 h 81585"/>
                    <a:gd name="connsiteX9" fmla="*/ 68589 w 81397"/>
                    <a:gd name="connsiteY9" fmla="*/ 67835 h 8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397" h="81585">
                      <a:moveTo>
                        <a:pt x="81398" y="0"/>
                      </a:moveTo>
                      <a:lnTo>
                        <a:pt x="0" y="0"/>
                      </a:lnTo>
                      <a:lnTo>
                        <a:pt x="0" y="81585"/>
                      </a:lnTo>
                      <a:lnTo>
                        <a:pt x="81398" y="81585"/>
                      </a:lnTo>
                      <a:lnTo>
                        <a:pt x="81398" y="0"/>
                      </a:lnTo>
                      <a:close/>
                      <a:moveTo>
                        <a:pt x="68589" y="67835"/>
                      </a:moveTo>
                      <a:lnTo>
                        <a:pt x="13719" y="67835"/>
                      </a:lnTo>
                      <a:lnTo>
                        <a:pt x="13719" y="12834"/>
                      </a:lnTo>
                      <a:lnTo>
                        <a:pt x="68589" y="12834"/>
                      </a:lnTo>
                      <a:lnTo>
                        <a:pt x="68589" y="67835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28" name="Freeform: Shape 1581">
                  <a:extLst>
                    <a:ext uri="{FF2B5EF4-FFF2-40B4-BE49-F238E27FC236}">
                      <a16:creationId xmlns:a16="http://schemas.microsoft.com/office/drawing/2014/main" id="{36C38837-3D85-8956-C9A2-35CC81E6D60B}"/>
                    </a:ext>
                  </a:extLst>
                </p:cNvPr>
                <p:cNvSpPr/>
                <p:nvPr/>
              </p:nvSpPr>
              <p:spPr>
                <a:xfrm>
                  <a:off x="3775900" y="3130158"/>
                  <a:ext cx="81391" cy="81585"/>
                </a:xfrm>
                <a:custGeom>
                  <a:avLst/>
                  <a:gdLst>
                    <a:gd name="connsiteX0" fmla="*/ 81391 w 81391"/>
                    <a:gd name="connsiteY0" fmla="*/ 0 h 81585"/>
                    <a:gd name="connsiteX1" fmla="*/ 0 w 81391"/>
                    <a:gd name="connsiteY1" fmla="*/ 0 h 81585"/>
                    <a:gd name="connsiteX2" fmla="*/ 0 w 81391"/>
                    <a:gd name="connsiteY2" fmla="*/ 81586 h 81585"/>
                    <a:gd name="connsiteX3" fmla="*/ 81391 w 81391"/>
                    <a:gd name="connsiteY3" fmla="*/ 81586 h 81585"/>
                    <a:gd name="connsiteX4" fmla="*/ 81391 w 81391"/>
                    <a:gd name="connsiteY4" fmla="*/ 0 h 81585"/>
                    <a:gd name="connsiteX5" fmla="*/ 68590 w 81391"/>
                    <a:gd name="connsiteY5" fmla="*/ 67835 h 81585"/>
                    <a:gd name="connsiteX6" fmla="*/ 13719 w 81391"/>
                    <a:gd name="connsiteY6" fmla="*/ 67835 h 81585"/>
                    <a:gd name="connsiteX7" fmla="*/ 13719 w 81391"/>
                    <a:gd name="connsiteY7" fmla="*/ 12834 h 81585"/>
                    <a:gd name="connsiteX8" fmla="*/ 68590 w 81391"/>
                    <a:gd name="connsiteY8" fmla="*/ 12834 h 81585"/>
                    <a:gd name="connsiteX9" fmla="*/ 68590 w 81391"/>
                    <a:gd name="connsiteY9" fmla="*/ 67835 h 8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391" h="81585">
                      <a:moveTo>
                        <a:pt x="81391" y="0"/>
                      </a:moveTo>
                      <a:lnTo>
                        <a:pt x="0" y="0"/>
                      </a:lnTo>
                      <a:lnTo>
                        <a:pt x="0" y="81586"/>
                      </a:lnTo>
                      <a:lnTo>
                        <a:pt x="81391" y="81586"/>
                      </a:lnTo>
                      <a:lnTo>
                        <a:pt x="81391" y="0"/>
                      </a:lnTo>
                      <a:close/>
                      <a:moveTo>
                        <a:pt x="68590" y="67835"/>
                      </a:moveTo>
                      <a:lnTo>
                        <a:pt x="13719" y="67835"/>
                      </a:lnTo>
                      <a:lnTo>
                        <a:pt x="13719" y="12834"/>
                      </a:lnTo>
                      <a:lnTo>
                        <a:pt x="68590" y="12834"/>
                      </a:lnTo>
                      <a:lnTo>
                        <a:pt x="68590" y="67835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29" name="Freeform: Shape 1582">
                  <a:extLst>
                    <a:ext uri="{FF2B5EF4-FFF2-40B4-BE49-F238E27FC236}">
                      <a16:creationId xmlns:a16="http://schemas.microsoft.com/office/drawing/2014/main" id="{D75A5CA9-495E-5E85-D32B-0CDC19EEE7A8}"/>
                    </a:ext>
                  </a:extLst>
                </p:cNvPr>
                <p:cNvSpPr/>
                <p:nvPr/>
              </p:nvSpPr>
              <p:spPr>
                <a:xfrm>
                  <a:off x="3775900" y="3221827"/>
                  <a:ext cx="81391" cy="81585"/>
                </a:xfrm>
                <a:custGeom>
                  <a:avLst/>
                  <a:gdLst>
                    <a:gd name="connsiteX0" fmla="*/ 81391 w 81391"/>
                    <a:gd name="connsiteY0" fmla="*/ 0 h 81585"/>
                    <a:gd name="connsiteX1" fmla="*/ 0 w 81391"/>
                    <a:gd name="connsiteY1" fmla="*/ 0 h 81585"/>
                    <a:gd name="connsiteX2" fmla="*/ 0 w 81391"/>
                    <a:gd name="connsiteY2" fmla="*/ 81585 h 81585"/>
                    <a:gd name="connsiteX3" fmla="*/ 81391 w 81391"/>
                    <a:gd name="connsiteY3" fmla="*/ 81585 h 81585"/>
                    <a:gd name="connsiteX4" fmla="*/ 81391 w 81391"/>
                    <a:gd name="connsiteY4" fmla="*/ 0 h 81585"/>
                    <a:gd name="connsiteX5" fmla="*/ 68590 w 81391"/>
                    <a:gd name="connsiteY5" fmla="*/ 67835 h 81585"/>
                    <a:gd name="connsiteX6" fmla="*/ 13719 w 81391"/>
                    <a:gd name="connsiteY6" fmla="*/ 67835 h 81585"/>
                    <a:gd name="connsiteX7" fmla="*/ 13719 w 81391"/>
                    <a:gd name="connsiteY7" fmla="*/ 12834 h 81585"/>
                    <a:gd name="connsiteX8" fmla="*/ 68590 w 81391"/>
                    <a:gd name="connsiteY8" fmla="*/ 12834 h 81585"/>
                    <a:gd name="connsiteX9" fmla="*/ 68590 w 81391"/>
                    <a:gd name="connsiteY9" fmla="*/ 67835 h 8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391" h="81585">
                      <a:moveTo>
                        <a:pt x="81391" y="0"/>
                      </a:moveTo>
                      <a:lnTo>
                        <a:pt x="0" y="0"/>
                      </a:lnTo>
                      <a:lnTo>
                        <a:pt x="0" y="81585"/>
                      </a:lnTo>
                      <a:lnTo>
                        <a:pt x="81391" y="81585"/>
                      </a:lnTo>
                      <a:lnTo>
                        <a:pt x="81391" y="0"/>
                      </a:lnTo>
                      <a:close/>
                      <a:moveTo>
                        <a:pt x="68590" y="67835"/>
                      </a:moveTo>
                      <a:lnTo>
                        <a:pt x="13719" y="67835"/>
                      </a:lnTo>
                      <a:lnTo>
                        <a:pt x="13719" y="12834"/>
                      </a:lnTo>
                      <a:lnTo>
                        <a:pt x="68590" y="12834"/>
                      </a:lnTo>
                      <a:lnTo>
                        <a:pt x="68590" y="67835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</p:grpSp>
        </p:grpSp>
        <p:grpSp>
          <p:nvGrpSpPr>
            <p:cNvPr id="1630" name="Graphic 1518">
              <a:extLst>
                <a:ext uri="{FF2B5EF4-FFF2-40B4-BE49-F238E27FC236}">
                  <a16:creationId xmlns:a16="http://schemas.microsoft.com/office/drawing/2014/main" id="{1AEE3DC8-397E-47EF-A976-882889F76AE7}"/>
                </a:ext>
              </a:extLst>
            </p:cNvPr>
            <p:cNvGrpSpPr/>
            <p:nvPr/>
          </p:nvGrpSpPr>
          <p:grpSpPr>
            <a:xfrm>
              <a:off x="3477140" y="3414183"/>
              <a:ext cx="588623" cy="251204"/>
              <a:chOff x="3477140" y="3414183"/>
              <a:chExt cx="588623" cy="251204"/>
            </a:xfrm>
            <a:solidFill>
              <a:srgbClr val="000000"/>
            </a:solidFill>
          </p:grpSpPr>
          <p:sp>
            <p:nvSpPr>
              <p:cNvPr id="1631" name="TextBox 1584">
                <a:extLst>
                  <a:ext uri="{FF2B5EF4-FFF2-40B4-BE49-F238E27FC236}">
                    <a16:creationId xmlns:a16="http://schemas.microsoft.com/office/drawing/2014/main" id="{58DD9278-8A56-A982-E9A9-536DB7088A7B}"/>
                  </a:ext>
                </a:extLst>
              </p:cNvPr>
              <p:cNvSpPr txBox="1"/>
              <p:nvPr/>
            </p:nvSpPr>
            <p:spPr>
              <a:xfrm>
                <a:off x="3480359" y="3414183"/>
                <a:ext cx="494046" cy="216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 </a:t>
                </a:r>
              </a:p>
            </p:txBody>
          </p:sp>
          <p:sp>
            <p:nvSpPr>
              <p:cNvPr id="1632" name="TextBox 1585">
                <a:extLst>
                  <a:ext uri="{FF2B5EF4-FFF2-40B4-BE49-F238E27FC236}">
                    <a16:creationId xmlns:a16="http://schemas.microsoft.com/office/drawing/2014/main" id="{E3DDFC4F-E3FC-E70B-457F-21F35CAE91CE}"/>
                  </a:ext>
                </a:extLst>
              </p:cNvPr>
              <p:cNvSpPr txBox="1"/>
              <p:nvPr/>
            </p:nvSpPr>
            <p:spPr>
              <a:xfrm>
                <a:off x="3477140" y="3448405"/>
                <a:ext cx="588623" cy="216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b="1" spc="0" baseline="0" dirty="0">
                    <a:ln/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Control Node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endParaRPr>
              </a:p>
              <a:p>
                <a:pPr algn="l"/>
                <a:r>
                  <a:rPr lang="en-US" sz="900" b="1" spc="0" baseline="0" dirty="0">
                    <a:ln/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10.0.3.109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endParaRPr>
              </a:p>
            </p:txBody>
          </p:sp>
        </p:grpSp>
      </p:grpSp>
      <p:grpSp>
        <p:nvGrpSpPr>
          <p:cNvPr id="1633" name="Graphic 1518">
            <a:extLst>
              <a:ext uri="{FF2B5EF4-FFF2-40B4-BE49-F238E27FC236}">
                <a16:creationId xmlns:a16="http://schemas.microsoft.com/office/drawing/2014/main" id="{FC3984FF-3C9C-8AAB-EAAA-51EB4B00C5A7}"/>
              </a:ext>
            </a:extLst>
          </p:cNvPr>
          <p:cNvGrpSpPr/>
          <p:nvPr/>
        </p:nvGrpSpPr>
        <p:grpSpPr>
          <a:xfrm>
            <a:off x="6506600" y="4714410"/>
            <a:ext cx="1038984" cy="1078162"/>
            <a:chOff x="1709018" y="3069656"/>
            <a:chExt cx="741470" cy="721947"/>
          </a:xfrm>
        </p:grpSpPr>
        <p:grpSp>
          <p:nvGrpSpPr>
            <p:cNvPr id="1634" name="Graphic 1518">
              <a:extLst>
                <a:ext uri="{FF2B5EF4-FFF2-40B4-BE49-F238E27FC236}">
                  <a16:creationId xmlns:a16="http://schemas.microsoft.com/office/drawing/2014/main" id="{F406CA17-4C55-CA79-1F74-C96163119BBB}"/>
                </a:ext>
              </a:extLst>
            </p:cNvPr>
            <p:cNvGrpSpPr/>
            <p:nvPr/>
          </p:nvGrpSpPr>
          <p:grpSpPr>
            <a:xfrm>
              <a:off x="1964631" y="3069656"/>
              <a:ext cx="385010" cy="385010"/>
              <a:chOff x="1964631" y="3069656"/>
              <a:chExt cx="385010" cy="385010"/>
            </a:xfrm>
          </p:grpSpPr>
          <p:grpSp>
            <p:nvGrpSpPr>
              <p:cNvPr id="1635" name="Graphic 1518">
                <a:extLst>
                  <a:ext uri="{FF2B5EF4-FFF2-40B4-BE49-F238E27FC236}">
                    <a16:creationId xmlns:a16="http://schemas.microsoft.com/office/drawing/2014/main" id="{0F76492A-3913-A906-8C30-2AFCAA076750}"/>
                  </a:ext>
                </a:extLst>
              </p:cNvPr>
              <p:cNvGrpSpPr/>
              <p:nvPr/>
            </p:nvGrpSpPr>
            <p:grpSpPr>
              <a:xfrm>
                <a:off x="1964631" y="3069656"/>
                <a:ext cx="385010" cy="385010"/>
                <a:chOff x="1964631" y="3069656"/>
                <a:chExt cx="385010" cy="385010"/>
              </a:xfrm>
              <a:solidFill>
                <a:srgbClr val="FFFFFF"/>
              </a:solidFill>
            </p:grpSpPr>
            <p:sp>
              <p:nvSpPr>
                <p:cNvPr id="1636" name="Freeform: Shape 1540">
                  <a:extLst>
                    <a:ext uri="{FF2B5EF4-FFF2-40B4-BE49-F238E27FC236}">
                      <a16:creationId xmlns:a16="http://schemas.microsoft.com/office/drawing/2014/main" id="{8C21D53C-B2E2-8DDE-F8F6-2F504C6ABBA3}"/>
                    </a:ext>
                  </a:extLst>
                </p:cNvPr>
                <p:cNvSpPr/>
                <p:nvPr/>
              </p:nvSpPr>
              <p:spPr>
                <a:xfrm>
                  <a:off x="1969193" y="3074240"/>
                  <a:ext cx="375866" cy="376762"/>
                </a:xfrm>
                <a:custGeom>
                  <a:avLst/>
                  <a:gdLst>
                    <a:gd name="connsiteX0" fmla="*/ 20123 w 375866"/>
                    <a:gd name="connsiteY0" fmla="*/ 375845 h 376762"/>
                    <a:gd name="connsiteX1" fmla="*/ 0 w 375866"/>
                    <a:gd name="connsiteY1" fmla="*/ 355677 h 376762"/>
                    <a:gd name="connsiteX2" fmla="*/ 0 w 375866"/>
                    <a:gd name="connsiteY2" fmla="*/ 20167 h 376762"/>
                    <a:gd name="connsiteX3" fmla="*/ 20123 w 375866"/>
                    <a:gd name="connsiteY3" fmla="*/ 0 h 376762"/>
                    <a:gd name="connsiteX4" fmla="*/ 355750 w 375866"/>
                    <a:gd name="connsiteY4" fmla="*/ 0 h 376762"/>
                    <a:gd name="connsiteX5" fmla="*/ 375867 w 375866"/>
                    <a:gd name="connsiteY5" fmla="*/ 20167 h 376762"/>
                    <a:gd name="connsiteX6" fmla="*/ 375867 w 375866"/>
                    <a:gd name="connsiteY6" fmla="*/ 356594 h 376762"/>
                    <a:gd name="connsiteX7" fmla="*/ 355750 w 375866"/>
                    <a:gd name="connsiteY7" fmla="*/ 376762 h 376762"/>
                    <a:gd name="connsiteX8" fmla="*/ 20123 w 375866"/>
                    <a:gd name="connsiteY8" fmla="*/ 375845 h 376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75866" h="376762">
                      <a:moveTo>
                        <a:pt x="20123" y="375845"/>
                      </a:moveTo>
                      <a:cubicBezTo>
                        <a:pt x="9144" y="375845"/>
                        <a:pt x="0" y="366675"/>
                        <a:pt x="0" y="355677"/>
                      </a:cubicBezTo>
                      <a:lnTo>
                        <a:pt x="0" y="20167"/>
                      </a:lnTo>
                      <a:cubicBezTo>
                        <a:pt x="0" y="9166"/>
                        <a:pt x="9144" y="0"/>
                        <a:pt x="20123" y="0"/>
                      </a:cubicBezTo>
                      <a:lnTo>
                        <a:pt x="355750" y="0"/>
                      </a:lnTo>
                      <a:cubicBezTo>
                        <a:pt x="366723" y="0"/>
                        <a:pt x="375867" y="9166"/>
                        <a:pt x="375867" y="20167"/>
                      </a:cubicBezTo>
                      <a:lnTo>
                        <a:pt x="375867" y="356594"/>
                      </a:lnTo>
                      <a:cubicBezTo>
                        <a:pt x="375867" y="367593"/>
                        <a:pt x="366723" y="376762"/>
                        <a:pt x="355750" y="376762"/>
                      </a:cubicBezTo>
                      <a:lnTo>
                        <a:pt x="20123" y="37584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37" name="Freeform: Shape 1541">
                  <a:extLst>
                    <a:ext uri="{FF2B5EF4-FFF2-40B4-BE49-F238E27FC236}">
                      <a16:creationId xmlns:a16="http://schemas.microsoft.com/office/drawing/2014/main" id="{0C2A96DD-09DA-ECA3-A627-82EF72525DA2}"/>
                    </a:ext>
                  </a:extLst>
                </p:cNvPr>
                <p:cNvSpPr/>
                <p:nvPr/>
              </p:nvSpPr>
              <p:spPr>
                <a:xfrm>
                  <a:off x="1964631" y="3069656"/>
                  <a:ext cx="385010" cy="385010"/>
                </a:xfrm>
                <a:custGeom>
                  <a:avLst/>
                  <a:gdLst>
                    <a:gd name="connsiteX0" fmla="*/ 359407 w 385010"/>
                    <a:gd name="connsiteY0" fmla="*/ 9167 h 385010"/>
                    <a:gd name="connsiteX1" fmla="*/ 374949 w 385010"/>
                    <a:gd name="connsiteY1" fmla="*/ 24750 h 385010"/>
                    <a:gd name="connsiteX2" fmla="*/ 374949 w 385010"/>
                    <a:gd name="connsiteY2" fmla="*/ 361179 h 385010"/>
                    <a:gd name="connsiteX3" fmla="*/ 359407 w 385010"/>
                    <a:gd name="connsiteY3" fmla="*/ 376759 h 385010"/>
                    <a:gd name="connsiteX4" fmla="*/ 24692 w 385010"/>
                    <a:gd name="connsiteY4" fmla="*/ 376759 h 385010"/>
                    <a:gd name="connsiteX5" fmla="*/ 9144 w 385010"/>
                    <a:gd name="connsiteY5" fmla="*/ 360261 h 385010"/>
                    <a:gd name="connsiteX6" fmla="*/ 9144 w 385010"/>
                    <a:gd name="connsiteY6" fmla="*/ 24750 h 385010"/>
                    <a:gd name="connsiteX7" fmla="*/ 24692 w 385010"/>
                    <a:gd name="connsiteY7" fmla="*/ 9167 h 385010"/>
                    <a:gd name="connsiteX8" fmla="*/ 359407 w 385010"/>
                    <a:gd name="connsiteY8" fmla="*/ 9167 h 385010"/>
                    <a:gd name="connsiteX9" fmla="*/ 359407 w 385010"/>
                    <a:gd name="connsiteY9" fmla="*/ 0 h 385010"/>
                    <a:gd name="connsiteX10" fmla="*/ 24692 w 385010"/>
                    <a:gd name="connsiteY10" fmla="*/ 0 h 385010"/>
                    <a:gd name="connsiteX11" fmla="*/ 0 w 385010"/>
                    <a:gd name="connsiteY11" fmla="*/ 24750 h 385010"/>
                    <a:gd name="connsiteX12" fmla="*/ 0 w 385010"/>
                    <a:gd name="connsiteY12" fmla="*/ 361179 h 385010"/>
                    <a:gd name="connsiteX13" fmla="*/ 24692 w 385010"/>
                    <a:gd name="connsiteY13" fmla="*/ 385011 h 385010"/>
                    <a:gd name="connsiteX14" fmla="*/ 360319 w 385010"/>
                    <a:gd name="connsiteY14" fmla="*/ 385011 h 385010"/>
                    <a:gd name="connsiteX15" fmla="*/ 385011 w 385010"/>
                    <a:gd name="connsiteY15" fmla="*/ 360261 h 385010"/>
                    <a:gd name="connsiteX16" fmla="*/ 385011 w 385010"/>
                    <a:gd name="connsiteY16" fmla="*/ 24750 h 385010"/>
                    <a:gd name="connsiteX17" fmla="*/ 359407 w 385010"/>
                    <a:gd name="connsiteY17" fmla="*/ 0 h 385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85010" h="385010">
                      <a:moveTo>
                        <a:pt x="359407" y="9167"/>
                      </a:moveTo>
                      <a:cubicBezTo>
                        <a:pt x="367634" y="9167"/>
                        <a:pt x="374949" y="16500"/>
                        <a:pt x="374949" y="24750"/>
                      </a:cubicBezTo>
                      <a:lnTo>
                        <a:pt x="374949" y="361179"/>
                      </a:lnTo>
                      <a:cubicBezTo>
                        <a:pt x="374949" y="369424"/>
                        <a:pt x="367634" y="376759"/>
                        <a:pt x="359407" y="376759"/>
                      </a:cubicBezTo>
                      <a:lnTo>
                        <a:pt x="24692" y="376759"/>
                      </a:lnTo>
                      <a:cubicBezTo>
                        <a:pt x="16459" y="375841"/>
                        <a:pt x="9144" y="368513"/>
                        <a:pt x="9144" y="360261"/>
                      </a:cubicBezTo>
                      <a:lnTo>
                        <a:pt x="9144" y="24750"/>
                      </a:lnTo>
                      <a:cubicBezTo>
                        <a:pt x="9144" y="16500"/>
                        <a:pt x="16459" y="9167"/>
                        <a:pt x="24692" y="9167"/>
                      </a:cubicBezTo>
                      <a:lnTo>
                        <a:pt x="359407" y="9167"/>
                      </a:lnTo>
                      <a:close/>
                      <a:moveTo>
                        <a:pt x="359407" y="0"/>
                      </a:moveTo>
                      <a:lnTo>
                        <a:pt x="24692" y="0"/>
                      </a:lnTo>
                      <a:cubicBezTo>
                        <a:pt x="10973" y="0"/>
                        <a:pt x="0" y="11000"/>
                        <a:pt x="0" y="24750"/>
                      </a:cubicBezTo>
                      <a:lnTo>
                        <a:pt x="0" y="361179"/>
                      </a:lnTo>
                      <a:cubicBezTo>
                        <a:pt x="0" y="374012"/>
                        <a:pt x="10973" y="385011"/>
                        <a:pt x="24692" y="385011"/>
                      </a:cubicBezTo>
                      <a:lnTo>
                        <a:pt x="360319" y="385011"/>
                      </a:lnTo>
                      <a:cubicBezTo>
                        <a:pt x="374038" y="385011"/>
                        <a:pt x="385011" y="374012"/>
                        <a:pt x="385011" y="360261"/>
                      </a:cubicBezTo>
                      <a:lnTo>
                        <a:pt x="385011" y="24750"/>
                      </a:lnTo>
                      <a:cubicBezTo>
                        <a:pt x="384093" y="11000"/>
                        <a:pt x="373120" y="0"/>
                        <a:pt x="35940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</p:grpSp>
          <p:grpSp>
            <p:nvGrpSpPr>
              <p:cNvPr id="1638" name="Graphic 1518">
                <a:extLst>
                  <a:ext uri="{FF2B5EF4-FFF2-40B4-BE49-F238E27FC236}">
                    <a16:creationId xmlns:a16="http://schemas.microsoft.com/office/drawing/2014/main" id="{14DFFE5C-9262-49B3-08EA-BD485C0901BB}"/>
                  </a:ext>
                </a:extLst>
              </p:cNvPr>
              <p:cNvGrpSpPr/>
              <p:nvPr/>
            </p:nvGrpSpPr>
            <p:grpSpPr>
              <a:xfrm>
                <a:off x="1973782" y="3078827"/>
                <a:ext cx="366716" cy="366676"/>
                <a:chOff x="1973782" y="3078827"/>
                <a:chExt cx="366716" cy="366676"/>
              </a:xfrm>
              <a:solidFill>
                <a:srgbClr val="2D5967"/>
              </a:solidFill>
            </p:grpSpPr>
            <p:sp>
              <p:nvSpPr>
                <p:cNvPr id="1639" name="Freeform: Shape 1543">
                  <a:extLst>
                    <a:ext uri="{FF2B5EF4-FFF2-40B4-BE49-F238E27FC236}">
                      <a16:creationId xmlns:a16="http://schemas.microsoft.com/office/drawing/2014/main" id="{2BCFDAD9-E304-EC75-3E86-7925E31A9B1F}"/>
                    </a:ext>
                  </a:extLst>
                </p:cNvPr>
                <p:cNvSpPr/>
                <p:nvPr/>
              </p:nvSpPr>
              <p:spPr>
                <a:xfrm>
                  <a:off x="1973782" y="3078827"/>
                  <a:ext cx="366716" cy="366676"/>
                </a:xfrm>
                <a:custGeom>
                  <a:avLst/>
                  <a:gdLst>
                    <a:gd name="connsiteX0" fmla="*/ 350257 w 366716"/>
                    <a:gd name="connsiteY0" fmla="*/ 0 h 366676"/>
                    <a:gd name="connsiteX1" fmla="*/ 15542 w 366716"/>
                    <a:gd name="connsiteY1" fmla="*/ 0 h 366676"/>
                    <a:gd name="connsiteX2" fmla="*/ 0 w 366716"/>
                    <a:gd name="connsiteY2" fmla="*/ 15584 h 366676"/>
                    <a:gd name="connsiteX3" fmla="*/ 0 w 366716"/>
                    <a:gd name="connsiteY3" fmla="*/ 352008 h 366676"/>
                    <a:gd name="connsiteX4" fmla="*/ 15542 w 366716"/>
                    <a:gd name="connsiteY4" fmla="*/ 366676 h 366676"/>
                    <a:gd name="connsiteX5" fmla="*/ 351168 w 366716"/>
                    <a:gd name="connsiteY5" fmla="*/ 366676 h 366676"/>
                    <a:gd name="connsiteX6" fmla="*/ 366716 w 366716"/>
                    <a:gd name="connsiteY6" fmla="*/ 351090 h 366676"/>
                    <a:gd name="connsiteX7" fmla="*/ 366716 w 366716"/>
                    <a:gd name="connsiteY7" fmla="*/ 15584 h 366676"/>
                    <a:gd name="connsiteX8" fmla="*/ 350257 w 366716"/>
                    <a:gd name="connsiteY8" fmla="*/ 0 h 366676"/>
                    <a:gd name="connsiteX9" fmla="*/ 352086 w 366716"/>
                    <a:gd name="connsiteY9" fmla="*/ 351090 h 366676"/>
                    <a:gd name="connsiteX10" fmla="*/ 350257 w 366716"/>
                    <a:gd name="connsiteY10" fmla="*/ 352925 h 366676"/>
                    <a:gd name="connsiteX11" fmla="*/ 15542 w 366716"/>
                    <a:gd name="connsiteY11" fmla="*/ 352925 h 366676"/>
                    <a:gd name="connsiteX12" fmla="*/ 13713 w 366716"/>
                    <a:gd name="connsiteY12" fmla="*/ 351090 h 366676"/>
                    <a:gd name="connsiteX13" fmla="*/ 13713 w 366716"/>
                    <a:gd name="connsiteY13" fmla="*/ 15584 h 366676"/>
                    <a:gd name="connsiteX14" fmla="*/ 15542 w 366716"/>
                    <a:gd name="connsiteY14" fmla="*/ 13751 h 366676"/>
                    <a:gd name="connsiteX15" fmla="*/ 351168 w 366716"/>
                    <a:gd name="connsiteY15" fmla="*/ 13751 h 366676"/>
                    <a:gd name="connsiteX16" fmla="*/ 353003 w 366716"/>
                    <a:gd name="connsiteY16" fmla="*/ 15584 h 366676"/>
                    <a:gd name="connsiteX17" fmla="*/ 352086 w 366716"/>
                    <a:gd name="connsiteY17" fmla="*/ 351090 h 366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66716" h="366676">
                      <a:moveTo>
                        <a:pt x="350257" y="0"/>
                      </a:moveTo>
                      <a:lnTo>
                        <a:pt x="15542" y="0"/>
                      </a:lnTo>
                      <a:cubicBezTo>
                        <a:pt x="7315" y="0"/>
                        <a:pt x="0" y="7334"/>
                        <a:pt x="0" y="15584"/>
                      </a:cubicBezTo>
                      <a:lnTo>
                        <a:pt x="0" y="352008"/>
                      </a:lnTo>
                      <a:cubicBezTo>
                        <a:pt x="0" y="359342"/>
                        <a:pt x="7315" y="366676"/>
                        <a:pt x="15542" y="366676"/>
                      </a:cubicBezTo>
                      <a:lnTo>
                        <a:pt x="351168" y="366676"/>
                      </a:lnTo>
                      <a:cubicBezTo>
                        <a:pt x="359401" y="366676"/>
                        <a:pt x="366716" y="359342"/>
                        <a:pt x="366716" y="351090"/>
                      </a:cubicBezTo>
                      <a:lnTo>
                        <a:pt x="366716" y="15584"/>
                      </a:lnTo>
                      <a:cubicBezTo>
                        <a:pt x="365805" y="7334"/>
                        <a:pt x="358490" y="0"/>
                        <a:pt x="350257" y="0"/>
                      </a:cubicBezTo>
                      <a:close/>
                      <a:moveTo>
                        <a:pt x="352086" y="351090"/>
                      </a:moveTo>
                      <a:cubicBezTo>
                        <a:pt x="352086" y="352008"/>
                        <a:pt x="351168" y="352925"/>
                        <a:pt x="350257" y="352925"/>
                      </a:cubicBezTo>
                      <a:lnTo>
                        <a:pt x="15542" y="352925"/>
                      </a:lnTo>
                      <a:cubicBezTo>
                        <a:pt x="14630" y="352925"/>
                        <a:pt x="13713" y="352008"/>
                        <a:pt x="13713" y="351090"/>
                      </a:cubicBezTo>
                      <a:lnTo>
                        <a:pt x="13713" y="15584"/>
                      </a:lnTo>
                      <a:cubicBezTo>
                        <a:pt x="13713" y="14667"/>
                        <a:pt x="14630" y="13751"/>
                        <a:pt x="15542" y="13751"/>
                      </a:cubicBezTo>
                      <a:lnTo>
                        <a:pt x="351168" y="13751"/>
                      </a:lnTo>
                      <a:cubicBezTo>
                        <a:pt x="352086" y="13751"/>
                        <a:pt x="353003" y="14667"/>
                        <a:pt x="353003" y="15584"/>
                      </a:cubicBezTo>
                      <a:lnTo>
                        <a:pt x="352086" y="35109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40" name="Freeform: Shape 1544">
                  <a:extLst>
                    <a:ext uri="{FF2B5EF4-FFF2-40B4-BE49-F238E27FC236}">
                      <a16:creationId xmlns:a16="http://schemas.microsoft.com/office/drawing/2014/main" id="{88900B23-4E90-FDB9-10D4-A95B6B95AD57}"/>
                    </a:ext>
                  </a:extLst>
                </p:cNvPr>
                <p:cNvSpPr/>
                <p:nvPr/>
              </p:nvSpPr>
              <p:spPr>
                <a:xfrm>
                  <a:off x="2093578" y="3149409"/>
                  <a:ext cx="127117" cy="67835"/>
                </a:xfrm>
                <a:custGeom>
                  <a:avLst/>
                  <a:gdLst>
                    <a:gd name="connsiteX0" fmla="*/ 126206 w 127117"/>
                    <a:gd name="connsiteY0" fmla="*/ 0 h 67835"/>
                    <a:gd name="connsiteX1" fmla="*/ 0 w 127117"/>
                    <a:gd name="connsiteY1" fmla="*/ 0 h 67835"/>
                    <a:gd name="connsiteX2" fmla="*/ 0 w 127117"/>
                    <a:gd name="connsiteY2" fmla="*/ 67835 h 67835"/>
                    <a:gd name="connsiteX3" fmla="*/ 127118 w 127117"/>
                    <a:gd name="connsiteY3" fmla="*/ 67835 h 67835"/>
                    <a:gd name="connsiteX4" fmla="*/ 126206 w 127117"/>
                    <a:gd name="connsiteY4" fmla="*/ 0 h 67835"/>
                    <a:gd name="connsiteX5" fmla="*/ 113398 w 127117"/>
                    <a:gd name="connsiteY5" fmla="*/ 54085 h 67835"/>
                    <a:gd name="connsiteX6" fmla="*/ 12802 w 127117"/>
                    <a:gd name="connsiteY6" fmla="*/ 54085 h 67835"/>
                    <a:gd name="connsiteX7" fmla="*/ 12802 w 127117"/>
                    <a:gd name="connsiteY7" fmla="*/ 13751 h 67835"/>
                    <a:gd name="connsiteX8" fmla="*/ 112487 w 127117"/>
                    <a:gd name="connsiteY8" fmla="*/ 13751 h 67835"/>
                    <a:gd name="connsiteX9" fmla="*/ 113398 w 127117"/>
                    <a:gd name="connsiteY9" fmla="*/ 54085 h 678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27117" h="67835">
                      <a:moveTo>
                        <a:pt x="126206" y="0"/>
                      </a:moveTo>
                      <a:lnTo>
                        <a:pt x="0" y="0"/>
                      </a:lnTo>
                      <a:lnTo>
                        <a:pt x="0" y="67835"/>
                      </a:lnTo>
                      <a:lnTo>
                        <a:pt x="127118" y="67835"/>
                      </a:lnTo>
                      <a:lnTo>
                        <a:pt x="126206" y="0"/>
                      </a:lnTo>
                      <a:close/>
                      <a:moveTo>
                        <a:pt x="113398" y="54085"/>
                      </a:moveTo>
                      <a:lnTo>
                        <a:pt x="12802" y="54085"/>
                      </a:lnTo>
                      <a:lnTo>
                        <a:pt x="12802" y="13751"/>
                      </a:lnTo>
                      <a:lnTo>
                        <a:pt x="112487" y="13751"/>
                      </a:lnTo>
                      <a:lnTo>
                        <a:pt x="113398" y="54085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41" name="Freeform: Shape 1545">
                  <a:extLst>
                    <a:ext uri="{FF2B5EF4-FFF2-40B4-BE49-F238E27FC236}">
                      <a16:creationId xmlns:a16="http://schemas.microsoft.com/office/drawing/2014/main" id="{07A70C78-068A-A709-4483-6AE2B059F193}"/>
                    </a:ext>
                  </a:extLst>
                </p:cNvPr>
                <p:cNvSpPr/>
                <p:nvPr/>
              </p:nvSpPr>
              <p:spPr>
                <a:xfrm>
                  <a:off x="2179538" y="3176918"/>
                  <a:ext cx="12801" cy="12833"/>
                </a:xfrm>
                <a:custGeom>
                  <a:avLst/>
                  <a:gdLst>
                    <a:gd name="connsiteX0" fmla="*/ 6404 w 12801"/>
                    <a:gd name="connsiteY0" fmla="*/ 12834 h 12833"/>
                    <a:gd name="connsiteX1" fmla="*/ 12802 w 12801"/>
                    <a:gd name="connsiteY1" fmla="*/ 6417 h 12833"/>
                    <a:gd name="connsiteX2" fmla="*/ 6404 w 12801"/>
                    <a:gd name="connsiteY2" fmla="*/ 0 h 12833"/>
                    <a:gd name="connsiteX3" fmla="*/ 0 w 12801"/>
                    <a:gd name="connsiteY3" fmla="*/ 6417 h 12833"/>
                    <a:gd name="connsiteX4" fmla="*/ 6404 w 12801"/>
                    <a:gd name="connsiteY4" fmla="*/ 12834 h 12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01" h="12833">
                      <a:moveTo>
                        <a:pt x="6404" y="12834"/>
                      </a:moveTo>
                      <a:cubicBezTo>
                        <a:pt x="9940" y="12834"/>
                        <a:pt x="12802" y="9961"/>
                        <a:pt x="12802" y="6417"/>
                      </a:cubicBezTo>
                      <a:cubicBezTo>
                        <a:pt x="12802" y="2873"/>
                        <a:pt x="9940" y="0"/>
                        <a:pt x="6404" y="0"/>
                      </a:cubicBezTo>
                      <a:cubicBezTo>
                        <a:pt x="2868" y="0"/>
                        <a:pt x="0" y="2873"/>
                        <a:pt x="0" y="6417"/>
                      </a:cubicBezTo>
                      <a:cubicBezTo>
                        <a:pt x="0" y="9961"/>
                        <a:pt x="2868" y="12834"/>
                        <a:pt x="6404" y="12834"/>
                      </a:cubicBez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42" name="Freeform: Shape 1546">
                  <a:extLst>
                    <a:ext uri="{FF2B5EF4-FFF2-40B4-BE49-F238E27FC236}">
                      <a16:creationId xmlns:a16="http://schemas.microsoft.com/office/drawing/2014/main" id="{2B2F0A1A-F622-368B-4B50-922E505F2CF5}"/>
                    </a:ext>
                  </a:extLst>
                </p:cNvPr>
                <p:cNvSpPr/>
                <p:nvPr/>
              </p:nvSpPr>
              <p:spPr>
                <a:xfrm>
                  <a:off x="2162161" y="3227332"/>
                  <a:ext cx="127117" cy="67835"/>
                </a:xfrm>
                <a:custGeom>
                  <a:avLst/>
                  <a:gdLst>
                    <a:gd name="connsiteX0" fmla="*/ 0 w 127117"/>
                    <a:gd name="connsiteY0" fmla="*/ 67835 h 67835"/>
                    <a:gd name="connsiteX1" fmla="*/ 127118 w 127117"/>
                    <a:gd name="connsiteY1" fmla="*/ 67835 h 67835"/>
                    <a:gd name="connsiteX2" fmla="*/ 127118 w 127117"/>
                    <a:gd name="connsiteY2" fmla="*/ 0 h 67835"/>
                    <a:gd name="connsiteX3" fmla="*/ 0 w 127117"/>
                    <a:gd name="connsiteY3" fmla="*/ 0 h 67835"/>
                    <a:gd name="connsiteX4" fmla="*/ 0 w 127117"/>
                    <a:gd name="connsiteY4" fmla="*/ 67835 h 67835"/>
                    <a:gd name="connsiteX5" fmla="*/ 12802 w 127117"/>
                    <a:gd name="connsiteY5" fmla="*/ 13750 h 67835"/>
                    <a:gd name="connsiteX6" fmla="*/ 113398 w 127117"/>
                    <a:gd name="connsiteY6" fmla="*/ 13750 h 67835"/>
                    <a:gd name="connsiteX7" fmla="*/ 113398 w 127117"/>
                    <a:gd name="connsiteY7" fmla="*/ 54084 h 67835"/>
                    <a:gd name="connsiteX8" fmla="*/ 12802 w 127117"/>
                    <a:gd name="connsiteY8" fmla="*/ 54084 h 67835"/>
                    <a:gd name="connsiteX9" fmla="*/ 12802 w 127117"/>
                    <a:gd name="connsiteY9" fmla="*/ 13750 h 678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27117" h="67835">
                      <a:moveTo>
                        <a:pt x="0" y="67835"/>
                      </a:moveTo>
                      <a:lnTo>
                        <a:pt x="127118" y="67835"/>
                      </a:lnTo>
                      <a:lnTo>
                        <a:pt x="127118" y="0"/>
                      </a:lnTo>
                      <a:lnTo>
                        <a:pt x="0" y="0"/>
                      </a:lnTo>
                      <a:lnTo>
                        <a:pt x="0" y="67835"/>
                      </a:lnTo>
                      <a:close/>
                      <a:moveTo>
                        <a:pt x="12802" y="13750"/>
                      </a:moveTo>
                      <a:lnTo>
                        <a:pt x="113398" y="13750"/>
                      </a:lnTo>
                      <a:lnTo>
                        <a:pt x="113398" y="54084"/>
                      </a:lnTo>
                      <a:lnTo>
                        <a:pt x="12802" y="54084"/>
                      </a:lnTo>
                      <a:lnTo>
                        <a:pt x="12802" y="1375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43" name="Freeform: Shape 1547">
                  <a:extLst>
                    <a:ext uri="{FF2B5EF4-FFF2-40B4-BE49-F238E27FC236}">
                      <a16:creationId xmlns:a16="http://schemas.microsoft.com/office/drawing/2014/main" id="{9FEA4468-B05D-E1FF-B79C-A1B3DCE1CFBD}"/>
                    </a:ext>
                  </a:extLst>
                </p:cNvPr>
                <p:cNvSpPr/>
                <p:nvPr/>
              </p:nvSpPr>
              <p:spPr>
                <a:xfrm>
                  <a:off x="2248140" y="3254829"/>
                  <a:ext cx="12801" cy="12833"/>
                </a:xfrm>
                <a:custGeom>
                  <a:avLst/>
                  <a:gdLst>
                    <a:gd name="connsiteX0" fmla="*/ 6397 w 12801"/>
                    <a:gd name="connsiteY0" fmla="*/ 12834 h 12833"/>
                    <a:gd name="connsiteX1" fmla="*/ 12802 w 12801"/>
                    <a:gd name="connsiteY1" fmla="*/ 6417 h 12833"/>
                    <a:gd name="connsiteX2" fmla="*/ 6397 w 12801"/>
                    <a:gd name="connsiteY2" fmla="*/ 0 h 12833"/>
                    <a:gd name="connsiteX3" fmla="*/ 0 w 12801"/>
                    <a:gd name="connsiteY3" fmla="*/ 6417 h 12833"/>
                    <a:gd name="connsiteX4" fmla="*/ 6397 w 12801"/>
                    <a:gd name="connsiteY4" fmla="*/ 12834 h 12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01" h="12833">
                      <a:moveTo>
                        <a:pt x="6397" y="12834"/>
                      </a:moveTo>
                      <a:cubicBezTo>
                        <a:pt x="9933" y="12834"/>
                        <a:pt x="12802" y="9961"/>
                        <a:pt x="12802" y="6417"/>
                      </a:cubicBezTo>
                      <a:cubicBezTo>
                        <a:pt x="12802" y="2873"/>
                        <a:pt x="9933" y="0"/>
                        <a:pt x="6397" y="0"/>
                      </a:cubicBezTo>
                      <a:cubicBezTo>
                        <a:pt x="2862" y="0"/>
                        <a:pt x="0" y="2873"/>
                        <a:pt x="0" y="6417"/>
                      </a:cubicBezTo>
                      <a:cubicBezTo>
                        <a:pt x="0" y="9961"/>
                        <a:pt x="2862" y="12834"/>
                        <a:pt x="6397" y="12834"/>
                      </a:cubicBez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44" name="Freeform: Shape 1548">
                  <a:extLst>
                    <a:ext uri="{FF2B5EF4-FFF2-40B4-BE49-F238E27FC236}">
                      <a16:creationId xmlns:a16="http://schemas.microsoft.com/office/drawing/2014/main" id="{BC639CCD-8F9C-093E-0D8A-CE583FD7397D}"/>
                    </a:ext>
                  </a:extLst>
                </p:cNvPr>
                <p:cNvSpPr/>
                <p:nvPr/>
              </p:nvSpPr>
              <p:spPr>
                <a:xfrm>
                  <a:off x="2025001" y="3227332"/>
                  <a:ext cx="127117" cy="67835"/>
                </a:xfrm>
                <a:custGeom>
                  <a:avLst/>
                  <a:gdLst>
                    <a:gd name="connsiteX0" fmla="*/ 126200 w 127117"/>
                    <a:gd name="connsiteY0" fmla="*/ 0 h 67835"/>
                    <a:gd name="connsiteX1" fmla="*/ 0 w 127117"/>
                    <a:gd name="connsiteY1" fmla="*/ 0 h 67835"/>
                    <a:gd name="connsiteX2" fmla="*/ 0 w 127117"/>
                    <a:gd name="connsiteY2" fmla="*/ 67835 h 67835"/>
                    <a:gd name="connsiteX3" fmla="*/ 127118 w 127117"/>
                    <a:gd name="connsiteY3" fmla="*/ 67835 h 67835"/>
                    <a:gd name="connsiteX4" fmla="*/ 126200 w 127117"/>
                    <a:gd name="connsiteY4" fmla="*/ 0 h 67835"/>
                    <a:gd name="connsiteX5" fmla="*/ 113398 w 127117"/>
                    <a:gd name="connsiteY5" fmla="*/ 54084 h 67835"/>
                    <a:gd name="connsiteX6" fmla="*/ 12802 w 127117"/>
                    <a:gd name="connsiteY6" fmla="*/ 54084 h 67835"/>
                    <a:gd name="connsiteX7" fmla="*/ 12802 w 127117"/>
                    <a:gd name="connsiteY7" fmla="*/ 13750 h 67835"/>
                    <a:gd name="connsiteX8" fmla="*/ 113398 w 127117"/>
                    <a:gd name="connsiteY8" fmla="*/ 13750 h 67835"/>
                    <a:gd name="connsiteX9" fmla="*/ 113398 w 127117"/>
                    <a:gd name="connsiteY9" fmla="*/ 54084 h 678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27117" h="67835">
                      <a:moveTo>
                        <a:pt x="126200" y="0"/>
                      </a:moveTo>
                      <a:lnTo>
                        <a:pt x="0" y="0"/>
                      </a:lnTo>
                      <a:lnTo>
                        <a:pt x="0" y="67835"/>
                      </a:lnTo>
                      <a:lnTo>
                        <a:pt x="127118" y="67835"/>
                      </a:lnTo>
                      <a:lnTo>
                        <a:pt x="126200" y="0"/>
                      </a:lnTo>
                      <a:close/>
                      <a:moveTo>
                        <a:pt x="113398" y="54084"/>
                      </a:moveTo>
                      <a:lnTo>
                        <a:pt x="12802" y="54084"/>
                      </a:lnTo>
                      <a:lnTo>
                        <a:pt x="12802" y="13750"/>
                      </a:lnTo>
                      <a:lnTo>
                        <a:pt x="113398" y="13750"/>
                      </a:lnTo>
                      <a:lnTo>
                        <a:pt x="113398" y="54084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45" name="Freeform: Shape 1549">
                  <a:extLst>
                    <a:ext uri="{FF2B5EF4-FFF2-40B4-BE49-F238E27FC236}">
                      <a16:creationId xmlns:a16="http://schemas.microsoft.com/office/drawing/2014/main" id="{E63F8EC9-87F7-9954-1C6B-ED8E799DBF8A}"/>
                    </a:ext>
                  </a:extLst>
                </p:cNvPr>
                <p:cNvSpPr/>
                <p:nvPr/>
              </p:nvSpPr>
              <p:spPr>
                <a:xfrm>
                  <a:off x="2110961" y="3254829"/>
                  <a:ext cx="12801" cy="12833"/>
                </a:xfrm>
                <a:custGeom>
                  <a:avLst/>
                  <a:gdLst>
                    <a:gd name="connsiteX0" fmla="*/ 6398 w 12801"/>
                    <a:gd name="connsiteY0" fmla="*/ 12834 h 12833"/>
                    <a:gd name="connsiteX1" fmla="*/ 12802 w 12801"/>
                    <a:gd name="connsiteY1" fmla="*/ 6417 h 12833"/>
                    <a:gd name="connsiteX2" fmla="*/ 6398 w 12801"/>
                    <a:gd name="connsiteY2" fmla="*/ 0 h 12833"/>
                    <a:gd name="connsiteX3" fmla="*/ 0 w 12801"/>
                    <a:gd name="connsiteY3" fmla="*/ 6417 h 12833"/>
                    <a:gd name="connsiteX4" fmla="*/ 6398 w 12801"/>
                    <a:gd name="connsiteY4" fmla="*/ 12834 h 12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01" h="12833">
                      <a:moveTo>
                        <a:pt x="6398" y="12834"/>
                      </a:moveTo>
                      <a:cubicBezTo>
                        <a:pt x="9933" y="12834"/>
                        <a:pt x="12802" y="9961"/>
                        <a:pt x="12802" y="6417"/>
                      </a:cubicBezTo>
                      <a:cubicBezTo>
                        <a:pt x="12802" y="2873"/>
                        <a:pt x="9933" y="0"/>
                        <a:pt x="6398" y="0"/>
                      </a:cubicBezTo>
                      <a:cubicBezTo>
                        <a:pt x="2862" y="0"/>
                        <a:pt x="0" y="2873"/>
                        <a:pt x="0" y="6417"/>
                      </a:cubicBezTo>
                      <a:cubicBezTo>
                        <a:pt x="0" y="9961"/>
                        <a:pt x="2862" y="12834"/>
                        <a:pt x="6398" y="12834"/>
                      </a:cubicBez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46" name="Freeform: Shape 1550">
                  <a:extLst>
                    <a:ext uri="{FF2B5EF4-FFF2-40B4-BE49-F238E27FC236}">
                      <a16:creationId xmlns:a16="http://schemas.microsoft.com/office/drawing/2014/main" id="{3A8DCD53-2381-6AD7-3C63-A7C810589428}"/>
                    </a:ext>
                  </a:extLst>
                </p:cNvPr>
                <p:cNvSpPr/>
                <p:nvPr/>
              </p:nvSpPr>
              <p:spPr>
                <a:xfrm>
                  <a:off x="2001220" y="3296084"/>
                  <a:ext cx="311852" cy="79752"/>
                </a:xfrm>
                <a:custGeom>
                  <a:avLst/>
                  <a:gdLst>
                    <a:gd name="connsiteX0" fmla="*/ 298133 w 311852"/>
                    <a:gd name="connsiteY0" fmla="*/ 37585 h 79752"/>
                    <a:gd name="connsiteX1" fmla="*/ 156385 w 311852"/>
                    <a:gd name="connsiteY1" fmla="*/ 66002 h 79752"/>
                    <a:gd name="connsiteX2" fmla="*/ 13719 w 311852"/>
                    <a:gd name="connsiteY2" fmla="*/ 39418 h 79752"/>
                    <a:gd name="connsiteX3" fmla="*/ 13719 w 311852"/>
                    <a:gd name="connsiteY3" fmla="*/ 0 h 79752"/>
                    <a:gd name="connsiteX4" fmla="*/ 0 w 311852"/>
                    <a:gd name="connsiteY4" fmla="*/ 0 h 79752"/>
                    <a:gd name="connsiteX5" fmla="*/ 0 w 311852"/>
                    <a:gd name="connsiteY5" fmla="*/ 46751 h 79752"/>
                    <a:gd name="connsiteX6" fmla="*/ 2746 w 311852"/>
                    <a:gd name="connsiteY6" fmla="*/ 48585 h 79752"/>
                    <a:gd name="connsiteX7" fmla="*/ 156385 w 311852"/>
                    <a:gd name="connsiteY7" fmla="*/ 79752 h 79752"/>
                    <a:gd name="connsiteX8" fmla="*/ 308194 w 311852"/>
                    <a:gd name="connsiteY8" fmla="*/ 47668 h 79752"/>
                    <a:gd name="connsiteX9" fmla="*/ 311852 w 311852"/>
                    <a:gd name="connsiteY9" fmla="*/ 45835 h 79752"/>
                    <a:gd name="connsiteX10" fmla="*/ 311852 w 311852"/>
                    <a:gd name="connsiteY10" fmla="*/ 0 h 79752"/>
                    <a:gd name="connsiteX11" fmla="*/ 298133 w 311852"/>
                    <a:gd name="connsiteY11" fmla="*/ 0 h 79752"/>
                    <a:gd name="connsiteX12" fmla="*/ 298133 w 311852"/>
                    <a:gd name="connsiteY12" fmla="*/ 37585 h 797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11852" h="79752">
                      <a:moveTo>
                        <a:pt x="298133" y="37585"/>
                      </a:moveTo>
                      <a:cubicBezTo>
                        <a:pt x="282585" y="45835"/>
                        <a:pt x="237776" y="66002"/>
                        <a:pt x="156385" y="66002"/>
                      </a:cubicBezTo>
                      <a:cubicBezTo>
                        <a:pt x="63103" y="66002"/>
                        <a:pt x="25610" y="47668"/>
                        <a:pt x="13719" y="39418"/>
                      </a:cubicBezTo>
                      <a:lnTo>
                        <a:pt x="13719" y="0"/>
                      </a:lnTo>
                      <a:lnTo>
                        <a:pt x="0" y="0"/>
                      </a:lnTo>
                      <a:lnTo>
                        <a:pt x="0" y="46751"/>
                      </a:lnTo>
                      <a:lnTo>
                        <a:pt x="2746" y="48585"/>
                      </a:lnTo>
                      <a:cubicBezTo>
                        <a:pt x="14637" y="57752"/>
                        <a:pt x="53959" y="79752"/>
                        <a:pt x="156385" y="79752"/>
                      </a:cubicBezTo>
                      <a:cubicBezTo>
                        <a:pt x="247838" y="79752"/>
                        <a:pt x="295393" y="55001"/>
                        <a:pt x="308194" y="47668"/>
                      </a:cubicBezTo>
                      <a:lnTo>
                        <a:pt x="311852" y="45835"/>
                      </a:lnTo>
                      <a:lnTo>
                        <a:pt x="311852" y="0"/>
                      </a:lnTo>
                      <a:lnTo>
                        <a:pt x="298133" y="0"/>
                      </a:lnTo>
                      <a:lnTo>
                        <a:pt x="298133" y="37585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</p:grpSp>
        </p:grpSp>
        <p:grpSp>
          <p:nvGrpSpPr>
            <p:cNvPr id="1647" name="Graphic 1518">
              <a:extLst>
                <a:ext uri="{FF2B5EF4-FFF2-40B4-BE49-F238E27FC236}">
                  <a16:creationId xmlns:a16="http://schemas.microsoft.com/office/drawing/2014/main" id="{B756333C-15C0-3CF9-E446-A132D685E70A}"/>
                </a:ext>
              </a:extLst>
            </p:cNvPr>
            <p:cNvGrpSpPr/>
            <p:nvPr/>
          </p:nvGrpSpPr>
          <p:grpSpPr>
            <a:xfrm>
              <a:off x="1709018" y="3414183"/>
              <a:ext cx="741470" cy="377420"/>
              <a:chOff x="1709018" y="3414183"/>
              <a:chExt cx="741470" cy="377420"/>
            </a:xfrm>
            <a:solidFill>
              <a:srgbClr val="000000"/>
            </a:solidFill>
          </p:grpSpPr>
          <p:sp>
            <p:nvSpPr>
              <p:cNvPr id="1648" name="TextBox 1552">
                <a:extLst>
                  <a:ext uri="{FF2B5EF4-FFF2-40B4-BE49-F238E27FC236}">
                    <a16:creationId xmlns:a16="http://schemas.microsoft.com/office/drawing/2014/main" id="{03D681E3-38B9-21FA-3A10-C89508E40CB5}"/>
                  </a:ext>
                </a:extLst>
              </p:cNvPr>
              <p:cNvSpPr txBox="1"/>
              <p:nvPr/>
            </p:nvSpPr>
            <p:spPr>
              <a:xfrm>
                <a:off x="1869880" y="3414183"/>
                <a:ext cx="580608" cy="216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spc="0" baseline="0">
                    <a:ln/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 </a:t>
                </a:r>
              </a:p>
            </p:txBody>
          </p:sp>
          <p:sp>
            <p:nvSpPr>
              <p:cNvPr id="1649" name="TextBox 1553">
                <a:extLst>
                  <a:ext uri="{FF2B5EF4-FFF2-40B4-BE49-F238E27FC236}">
                    <a16:creationId xmlns:a16="http://schemas.microsoft.com/office/drawing/2014/main" id="{37D5529E-D318-1891-68DF-2BB2EC7BBE94}"/>
                  </a:ext>
                </a:extLst>
              </p:cNvPr>
              <p:cNvSpPr txBox="1"/>
              <p:nvPr/>
            </p:nvSpPr>
            <p:spPr>
              <a:xfrm>
                <a:off x="1709018" y="3498949"/>
                <a:ext cx="453144" cy="2926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900" b="1" spc="0" baseline="0" dirty="0">
                    <a:ln/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Cluster Network XPD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endParaRPr>
              </a:p>
              <a:p>
                <a:pPr algn="l"/>
                <a:r>
                  <a:rPr lang="en-US" sz="900" b="1" spc="0" baseline="0" dirty="0">
                    <a:ln/>
                    <a:solidFill>
                      <a:srgbClr val="000000"/>
                    </a:solidFill>
                    <a:latin typeface="Oracle Sans"/>
                    <a:cs typeface="Oracle Sans"/>
                    <a:sym typeface="Oracle Sans"/>
                    <a:rtl val="0"/>
                  </a:rPr>
                  <a:t>Memory Pool (2 nodes)</a:t>
                </a:r>
                <a:endParaRPr lang="en-US" sz="900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endParaRPr>
              </a:p>
            </p:txBody>
          </p:sp>
        </p:grpSp>
      </p:grpSp>
      <p:grpSp>
        <p:nvGrpSpPr>
          <p:cNvPr id="1650" name="Graphic 1518">
            <a:extLst>
              <a:ext uri="{FF2B5EF4-FFF2-40B4-BE49-F238E27FC236}">
                <a16:creationId xmlns:a16="http://schemas.microsoft.com/office/drawing/2014/main" id="{B3D728A2-D027-47A6-AD94-0295A6F63060}"/>
              </a:ext>
            </a:extLst>
          </p:cNvPr>
          <p:cNvGrpSpPr/>
          <p:nvPr/>
        </p:nvGrpSpPr>
        <p:grpSpPr>
          <a:xfrm>
            <a:off x="9058963" y="4743447"/>
            <a:ext cx="1670650" cy="836875"/>
            <a:chOff x="4093816" y="3069656"/>
            <a:chExt cx="1080594" cy="616684"/>
          </a:xfrm>
        </p:grpSpPr>
        <p:grpSp>
          <p:nvGrpSpPr>
            <p:cNvPr id="1651" name="Graphic 1518">
              <a:extLst>
                <a:ext uri="{FF2B5EF4-FFF2-40B4-BE49-F238E27FC236}">
                  <a16:creationId xmlns:a16="http://schemas.microsoft.com/office/drawing/2014/main" id="{A16DFA15-04F8-5C3E-8D3E-26DA7F053658}"/>
                </a:ext>
              </a:extLst>
            </p:cNvPr>
            <p:cNvGrpSpPr/>
            <p:nvPr/>
          </p:nvGrpSpPr>
          <p:grpSpPr>
            <a:xfrm>
              <a:off x="4265069" y="3069656"/>
              <a:ext cx="385927" cy="385010"/>
              <a:chOff x="4265069" y="3069656"/>
              <a:chExt cx="385927" cy="385010"/>
            </a:xfrm>
          </p:grpSpPr>
          <p:grpSp>
            <p:nvGrpSpPr>
              <p:cNvPr id="1652" name="Graphic 1518">
                <a:extLst>
                  <a:ext uri="{FF2B5EF4-FFF2-40B4-BE49-F238E27FC236}">
                    <a16:creationId xmlns:a16="http://schemas.microsoft.com/office/drawing/2014/main" id="{F5946FC4-0B85-764B-4566-44FE3C891385}"/>
                  </a:ext>
                </a:extLst>
              </p:cNvPr>
              <p:cNvGrpSpPr/>
              <p:nvPr/>
            </p:nvGrpSpPr>
            <p:grpSpPr>
              <a:xfrm>
                <a:off x="4265069" y="3069656"/>
                <a:ext cx="385927" cy="385010"/>
                <a:chOff x="4265069" y="3069656"/>
                <a:chExt cx="385927" cy="385010"/>
              </a:xfrm>
              <a:solidFill>
                <a:srgbClr val="FFFFFF"/>
              </a:solidFill>
            </p:grpSpPr>
            <p:sp>
              <p:nvSpPr>
                <p:cNvPr id="1653" name="Freeform: Shape 1589">
                  <a:extLst>
                    <a:ext uri="{FF2B5EF4-FFF2-40B4-BE49-F238E27FC236}">
                      <a16:creationId xmlns:a16="http://schemas.microsoft.com/office/drawing/2014/main" id="{8102D88A-327D-8673-5E47-B89DE784F17C}"/>
                    </a:ext>
                  </a:extLst>
                </p:cNvPr>
                <p:cNvSpPr/>
                <p:nvPr/>
              </p:nvSpPr>
              <p:spPr>
                <a:xfrm>
                  <a:off x="4269651" y="3074240"/>
                  <a:ext cx="376758" cy="376762"/>
                </a:xfrm>
                <a:custGeom>
                  <a:avLst/>
                  <a:gdLst>
                    <a:gd name="connsiteX0" fmla="*/ 20168 w 376758"/>
                    <a:gd name="connsiteY0" fmla="*/ 375845 h 376762"/>
                    <a:gd name="connsiteX1" fmla="*/ 0 w 376758"/>
                    <a:gd name="connsiteY1" fmla="*/ 355677 h 376762"/>
                    <a:gd name="connsiteX2" fmla="*/ 0 w 376758"/>
                    <a:gd name="connsiteY2" fmla="*/ 20167 h 376762"/>
                    <a:gd name="connsiteX3" fmla="*/ 20168 w 376758"/>
                    <a:gd name="connsiteY3" fmla="*/ 0 h 376762"/>
                    <a:gd name="connsiteX4" fmla="*/ 356597 w 376758"/>
                    <a:gd name="connsiteY4" fmla="*/ 0 h 376762"/>
                    <a:gd name="connsiteX5" fmla="*/ 376758 w 376758"/>
                    <a:gd name="connsiteY5" fmla="*/ 20167 h 376762"/>
                    <a:gd name="connsiteX6" fmla="*/ 376758 w 376758"/>
                    <a:gd name="connsiteY6" fmla="*/ 356594 h 376762"/>
                    <a:gd name="connsiteX7" fmla="*/ 356597 w 376758"/>
                    <a:gd name="connsiteY7" fmla="*/ 376762 h 376762"/>
                    <a:gd name="connsiteX8" fmla="*/ 20168 w 376758"/>
                    <a:gd name="connsiteY8" fmla="*/ 375845 h 376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76758" h="376762">
                      <a:moveTo>
                        <a:pt x="20168" y="375845"/>
                      </a:moveTo>
                      <a:cubicBezTo>
                        <a:pt x="9169" y="375845"/>
                        <a:pt x="0" y="366675"/>
                        <a:pt x="0" y="355677"/>
                      </a:cubicBezTo>
                      <a:lnTo>
                        <a:pt x="0" y="20167"/>
                      </a:lnTo>
                      <a:cubicBezTo>
                        <a:pt x="0" y="9166"/>
                        <a:pt x="9169" y="0"/>
                        <a:pt x="20168" y="0"/>
                      </a:cubicBezTo>
                      <a:lnTo>
                        <a:pt x="356597" y="0"/>
                      </a:lnTo>
                      <a:cubicBezTo>
                        <a:pt x="367595" y="0"/>
                        <a:pt x="376758" y="9166"/>
                        <a:pt x="376758" y="20167"/>
                      </a:cubicBezTo>
                      <a:lnTo>
                        <a:pt x="376758" y="356594"/>
                      </a:lnTo>
                      <a:cubicBezTo>
                        <a:pt x="376758" y="367593"/>
                        <a:pt x="367595" y="376762"/>
                        <a:pt x="356597" y="376762"/>
                      </a:cubicBezTo>
                      <a:lnTo>
                        <a:pt x="20168" y="37584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54" name="Freeform: Shape 1590">
                  <a:extLst>
                    <a:ext uri="{FF2B5EF4-FFF2-40B4-BE49-F238E27FC236}">
                      <a16:creationId xmlns:a16="http://schemas.microsoft.com/office/drawing/2014/main" id="{B1A59C38-AAC9-0D44-B7B3-B5E1233A3CE0}"/>
                    </a:ext>
                  </a:extLst>
                </p:cNvPr>
                <p:cNvSpPr/>
                <p:nvPr/>
              </p:nvSpPr>
              <p:spPr>
                <a:xfrm>
                  <a:off x="4265069" y="3069656"/>
                  <a:ext cx="385927" cy="385010"/>
                </a:xfrm>
                <a:custGeom>
                  <a:avLst/>
                  <a:gdLst>
                    <a:gd name="connsiteX0" fmla="*/ 360260 w 385927"/>
                    <a:gd name="connsiteY0" fmla="*/ 9167 h 385010"/>
                    <a:gd name="connsiteX1" fmla="*/ 375841 w 385927"/>
                    <a:gd name="connsiteY1" fmla="*/ 24750 h 385010"/>
                    <a:gd name="connsiteX2" fmla="*/ 375841 w 385927"/>
                    <a:gd name="connsiteY2" fmla="*/ 361179 h 385010"/>
                    <a:gd name="connsiteX3" fmla="*/ 360260 w 385927"/>
                    <a:gd name="connsiteY3" fmla="*/ 376759 h 385010"/>
                    <a:gd name="connsiteX4" fmla="*/ 24750 w 385927"/>
                    <a:gd name="connsiteY4" fmla="*/ 376759 h 385010"/>
                    <a:gd name="connsiteX5" fmla="*/ 9169 w 385927"/>
                    <a:gd name="connsiteY5" fmla="*/ 360261 h 385010"/>
                    <a:gd name="connsiteX6" fmla="*/ 9169 w 385927"/>
                    <a:gd name="connsiteY6" fmla="*/ 24750 h 385010"/>
                    <a:gd name="connsiteX7" fmla="*/ 24750 w 385927"/>
                    <a:gd name="connsiteY7" fmla="*/ 9167 h 385010"/>
                    <a:gd name="connsiteX8" fmla="*/ 360260 w 385927"/>
                    <a:gd name="connsiteY8" fmla="*/ 9167 h 385010"/>
                    <a:gd name="connsiteX9" fmla="*/ 360260 w 385927"/>
                    <a:gd name="connsiteY9" fmla="*/ 0 h 385010"/>
                    <a:gd name="connsiteX10" fmla="*/ 24750 w 385927"/>
                    <a:gd name="connsiteY10" fmla="*/ 0 h 385010"/>
                    <a:gd name="connsiteX11" fmla="*/ 0 w 385927"/>
                    <a:gd name="connsiteY11" fmla="*/ 24750 h 385010"/>
                    <a:gd name="connsiteX12" fmla="*/ 0 w 385927"/>
                    <a:gd name="connsiteY12" fmla="*/ 361179 h 385010"/>
                    <a:gd name="connsiteX13" fmla="*/ 24750 w 385927"/>
                    <a:gd name="connsiteY13" fmla="*/ 385011 h 385010"/>
                    <a:gd name="connsiteX14" fmla="*/ 361178 w 385927"/>
                    <a:gd name="connsiteY14" fmla="*/ 385011 h 385010"/>
                    <a:gd name="connsiteX15" fmla="*/ 385928 w 385927"/>
                    <a:gd name="connsiteY15" fmla="*/ 360261 h 385010"/>
                    <a:gd name="connsiteX16" fmla="*/ 385928 w 385927"/>
                    <a:gd name="connsiteY16" fmla="*/ 24750 h 385010"/>
                    <a:gd name="connsiteX17" fmla="*/ 360260 w 385927"/>
                    <a:gd name="connsiteY17" fmla="*/ 0 h 385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85927" h="385010">
                      <a:moveTo>
                        <a:pt x="360260" y="9167"/>
                      </a:moveTo>
                      <a:cubicBezTo>
                        <a:pt x="368513" y="9167"/>
                        <a:pt x="375841" y="16500"/>
                        <a:pt x="375841" y="24750"/>
                      </a:cubicBezTo>
                      <a:lnTo>
                        <a:pt x="375841" y="361179"/>
                      </a:lnTo>
                      <a:cubicBezTo>
                        <a:pt x="375841" y="369424"/>
                        <a:pt x="368513" y="376759"/>
                        <a:pt x="360260" y="376759"/>
                      </a:cubicBezTo>
                      <a:lnTo>
                        <a:pt x="24750" y="376759"/>
                      </a:lnTo>
                      <a:cubicBezTo>
                        <a:pt x="16498" y="375841"/>
                        <a:pt x="9169" y="368513"/>
                        <a:pt x="9169" y="360261"/>
                      </a:cubicBezTo>
                      <a:lnTo>
                        <a:pt x="9169" y="24750"/>
                      </a:lnTo>
                      <a:cubicBezTo>
                        <a:pt x="9169" y="16500"/>
                        <a:pt x="16498" y="9167"/>
                        <a:pt x="24750" y="9167"/>
                      </a:cubicBezTo>
                      <a:lnTo>
                        <a:pt x="360260" y="9167"/>
                      </a:lnTo>
                      <a:close/>
                      <a:moveTo>
                        <a:pt x="360260" y="0"/>
                      </a:moveTo>
                      <a:lnTo>
                        <a:pt x="24750" y="0"/>
                      </a:lnTo>
                      <a:cubicBezTo>
                        <a:pt x="10998" y="0"/>
                        <a:pt x="0" y="11000"/>
                        <a:pt x="0" y="24750"/>
                      </a:cubicBezTo>
                      <a:lnTo>
                        <a:pt x="0" y="361179"/>
                      </a:lnTo>
                      <a:cubicBezTo>
                        <a:pt x="0" y="374012"/>
                        <a:pt x="10998" y="385011"/>
                        <a:pt x="24750" y="385011"/>
                      </a:cubicBezTo>
                      <a:lnTo>
                        <a:pt x="361178" y="385011"/>
                      </a:lnTo>
                      <a:cubicBezTo>
                        <a:pt x="374929" y="385011"/>
                        <a:pt x="385928" y="374012"/>
                        <a:pt x="385928" y="360261"/>
                      </a:cubicBezTo>
                      <a:lnTo>
                        <a:pt x="385928" y="24750"/>
                      </a:lnTo>
                      <a:cubicBezTo>
                        <a:pt x="385011" y="11000"/>
                        <a:pt x="374012" y="0"/>
                        <a:pt x="36026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</p:grpSp>
          <p:grpSp>
            <p:nvGrpSpPr>
              <p:cNvPr id="1655" name="Graphic 1518">
                <a:extLst>
                  <a:ext uri="{FF2B5EF4-FFF2-40B4-BE49-F238E27FC236}">
                    <a16:creationId xmlns:a16="http://schemas.microsoft.com/office/drawing/2014/main" id="{8E5A86BA-380E-59DD-734C-10FAAD3D820A}"/>
                  </a:ext>
                </a:extLst>
              </p:cNvPr>
              <p:cNvGrpSpPr/>
              <p:nvPr/>
            </p:nvGrpSpPr>
            <p:grpSpPr>
              <a:xfrm>
                <a:off x="4274239" y="3078823"/>
                <a:ext cx="367589" cy="366679"/>
                <a:chOff x="4274239" y="3078823"/>
                <a:chExt cx="367589" cy="366679"/>
              </a:xfrm>
              <a:solidFill>
                <a:srgbClr val="2D5967"/>
              </a:solidFill>
            </p:grpSpPr>
            <p:sp>
              <p:nvSpPr>
                <p:cNvPr id="1656" name="Freeform: Shape 1592">
                  <a:extLst>
                    <a:ext uri="{FF2B5EF4-FFF2-40B4-BE49-F238E27FC236}">
                      <a16:creationId xmlns:a16="http://schemas.microsoft.com/office/drawing/2014/main" id="{F693FE41-3897-87D7-0D2E-B96B12799C54}"/>
                    </a:ext>
                  </a:extLst>
                </p:cNvPr>
                <p:cNvSpPr/>
                <p:nvPr/>
              </p:nvSpPr>
              <p:spPr>
                <a:xfrm>
                  <a:off x="4274239" y="3078823"/>
                  <a:ext cx="367589" cy="366679"/>
                </a:xfrm>
                <a:custGeom>
                  <a:avLst/>
                  <a:gdLst>
                    <a:gd name="connsiteX0" fmla="*/ 351091 w 367589"/>
                    <a:gd name="connsiteY0" fmla="*/ 0 h 366679"/>
                    <a:gd name="connsiteX1" fmla="*/ 15580 w 367589"/>
                    <a:gd name="connsiteY1" fmla="*/ 0 h 366679"/>
                    <a:gd name="connsiteX2" fmla="*/ 0 w 367589"/>
                    <a:gd name="connsiteY2" fmla="*/ 15584 h 366679"/>
                    <a:gd name="connsiteX3" fmla="*/ 0 w 367589"/>
                    <a:gd name="connsiteY3" fmla="*/ 352011 h 366679"/>
                    <a:gd name="connsiteX4" fmla="*/ 15580 w 367589"/>
                    <a:gd name="connsiteY4" fmla="*/ 366680 h 366679"/>
                    <a:gd name="connsiteX5" fmla="*/ 352009 w 367589"/>
                    <a:gd name="connsiteY5" fmla="*/ 366680 h 366679"/>
                    <a:gd name="connsiteX6" fmla="*/ 367589 w 367589"/>
                    <a:gd name="connsiteY6" fmla="*/ 351093 h 366679"/>
                    <a:gd name="connsiteX7" fmla="*/ 367589 w 367589"/>
                    <a:gd name="connsiteY7" fmla="*/ 15584 h 366679"/>
                    <a:gd name="connsiteX8" fmla="*/ 351091 w 367589"/>
                    <a:gd name="connsiteY8" fmla="*/ 0 h 366679"/>
                    <a:gd name="connsiteX9" fmla="*/ 352926 w 367589"/>
                    <a:gd name="connsiteY9" fmla="*/ 351093 h 366679"/>
                    <a:gd name="connsiteX10" fmla="*/ 351091 w 367589"/>
                    <a:gd name="connsiteY10" fmla="*/ 352928 h 366679"/>
                    <a:gd name="connsiteX11" fmla="*/ 15580 w 367589"/>
                    <a:gd name="connsiteY11" fmla="*/ 352928 h 366679"/>
                    <a:gd name="connsiteX12" fmla="*/ 13745 w 367589"/>
                    <a:gd name="connsiteY12" fmla="*/ 351093 h 366679"/>
                    <a:gd name="connsiteX13" fmla="*/ 13745 w 367589"/>
                    <a:gd name="connsiteY13" fmla="*/ 15584 h 366679"/>
                    <a:gd name="connsiteX14" fmla="*/ 15580 w 367589"/>
                    <a:gd name="connsiteY14" fmla="*/ 13751 h 366679"/>
                    <a:gd name="connsiteX15" fmla="*/ 352009 w 367589"/>
                    <a:gd name="connsiteY15" fmla="*/ 13751 h 366679"/>
                    <a:gd name="connsiteX16" fmla="*/ 353838 w 367589"/>
                    <a:gd name="connsiteY16" fmla="*/ 15584 h 366679"/>
                    <a:gd name="connsiteX17" fmla="*/ 352926 w 367589"/>
                    <a:gd name="connsiteY17" fmla="*/ 351093 h 3666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67589" h="366679">
                      <a:moveTo>
                        <a:pt x="351091" y="0"/>
                      </a:moveTo>
                      <a:lnTo>
                        <a:pt x="15580" y="0"/>
                      </a:lnTo>
                      <a:cubicBezTo>
                        <a:pt x="7328" y="0"/>
                        <a:pt x="0" y="7334"/>
                        <a:pt x="0" y="15584"/>
                      </a:cubicBezTo>
                      <a:lnTo>
                        <a:pt x="0" y="352011"/>
                      </a:lnTo>
                      <a:cubicBezTo>
                        <a:pt x="0" y="359345"/>
                        <a:pt x="7328" y="366680"/>
                        <a:pt x="15580" y="366680"/>
                      </a:cubicBezTo>
                      <a:lnTo>
                        <a:pt x="352009" y="366680"/>
                      </a:lnTo>
                      <a:cubicBezTo>
                        <a:pt x="360255" y="366680"/>
                        <a:pt x="367589" y="359345"/>
                        <a:pt x="367589" y="351093"/>
                      </a:cubicBezTo>
                      <a:lnTo>
                        <a:pt x="367589" y="15584"/>
                      </a:lnTo>
                      <a:cubicBezTo>
                        <a:pt x="366671" y="7334"/>
                        <a:pt x="359343" y="0"/>
                        <a:pt x="351091" y="0"/>
                      </a:cubicBezTo>
                      <a:close/>
                      <a:moveTo>
                        <a:pt x="352926" y="351093"/>
                      </a:moveTo>
                      <a:cubicBezTo>
                        <a:pt x="352926" y="352011"/>
                        <a:pt x="352009" y="352928"/>
                        <a:pt x="351091" y="352928"/>
                      </a:cubicBezTo>
                      <a:lnTo>
                        <a:pt x="15580" y="352928"/>
                      </a:lnTo>
                      <a:cubicBezTo>
                        <a:pt x="14663" y="352928"/>
                        <a:pt x="13745" y="352011"/>
                        <a:pt x="13745" y="351093"/>
                      </a:cubicBezTo>
                      <a:lnTo>
                        <a:pt x="13745" y="15584"/>
                      </a:lnTo>
                      <a:cubicBezTo>
                        <a:pt x="13745" y="14667"/>
                        <a:pt x="14663" y="13751"/>
                        <a:pt x="15580" y="13751"/>
                      </a:cubicBezTo>
                      <a:lnTo>
                        <a:pt x="352009" y="13751"/>
                      </a:lnTo>
                      <a:cubicBezTo>
                        <a:pt x="352926" y="13751"/>
                        <a:pt x="353838" y="14667"/>
                        <a:pt x="353838" y="15584"/>
                      </a:cubicBezTo>
                      <a:lnTo>
                        <a:pt x="352926" y="351093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57" name="Freeform: Shape 1593">
                  <a:extLst>
                    <a:ext uri="{FF2B5EF4-FFF2-40B4-BE49-F238E27FC236}">
                      <a16:creationId xmlns:a16="http://schemas.microsoft.com/office/drawing/2014/main" id="{3B0B70BF-D444-61CC-28BD-01CC76B97DA3}"/>
                    </a:ext>
                  </a:extLst>
                </p:cNvPr>
                <p:cNvSpPr/>
                <p:nvPr/>
              </p:nvSpPr>
              <p:spPr>
                <a:xfrm>
                  <a:off x="4301735" y="3206242"/>
                  <a:ext cx="212673" cy="211758"/>
                </a:xfrm>
                <a:custGeom>
                  <a:avLst/>
                  <a:gdLst>
                    <a:gd name="connsiteX0" fmla="*/ 0 w 212673"/>
                    <a:gd name="connsiteY0" fmla="*/ 211758 h 211758"/>
                    <a:gd name="connsiteX1" fmla="*/ 212673 w 212673"/>
                    <a:gd name="connsiteY1" fmla="*/ 211758 h 211758"/>
                    <a:gd name="connsiteX2" fmla="*/ 212673 w 212673"/>
                    <a:gd name="connsiteY2" fmla="*/ 0 h 211758"/>
                    <a:gd name="connsiteX3" fmla="*/ 0 w 212673"/>
                    <a:gd name="connsiteY3" fmla="*/ 0 h 211758"/>
                    <a:gd name="connsiteX4" fmla="*/ 0 w 212673"/>
                    <a:gd name="connsiteY4" fmla="*/ 211758 h 211758"/>
                    <a:gd name="connsiteX5" fmla="*/ 12834 w 212673"/>
                    <a:gd name="connsiteY5" fmla="*/ 13751 h 211758"/>
                    <a:gd name="connsiteX6" fmla="*/ 198004 w 212673"/>
                    <a:gd name="connsiteY6" fmla="*/ 13751 h 211758"/>
                    <a:gd name="connsiteX7" fmla="*/ 198004 w 212673"/>
                    <a:gd name="connsiteY7" fmla="*/ 198925 h 211758"/>
                    <a:gd name="connsiteX8" fmla="*/ 12834 w 212673"/>
                    <a:gd name="connsiteY8" fmla="*/ 198925 h 211758"/>
                    <a:gd name="connsiteX9" fmla="*/ 12834 w 212673"/>
                    <a:gd name="connsiteY9" fmla="*/ 13751 h 2117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12673" h="211758">
                      <a:moveTo>
                        <a:pt x="0" y="211758"/>
                      </a:moveTo>
                      <a:lnTo>
                        <a:pt x="212673" y="211758"/>
                      </a:lnTo>
                      <a:lnTo>
                        <a:pt x="212673" y="0"/>
                      </a:lnTo>
                      <a:lnTo>
                        <a:pt x="0" y="0"/>
                      </a:lnTo>
                      <a:lnTo>
                        <a:pt x="0" y="211758"/>
                      </a:lnTo>
                      <a:close/>
                      <a:moveTo>
                        <a:pt x="12834" y="13751"/>
                      </a:moveTo>
                      <a:lnTo>
                        <a:pt x="198004" y="13751"/>
                      </a:lnTo>
                      <a:lnTo>
                        <a:pt x="198004" y="198925"/>
                      </a:lnTo>
                      <a:lnTo>
                        <a:pt x="12834" y="198925"/>
                      </a:lnTo>
                      <a:lnTo>
                        <a:pt x="12834" y="13751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58" name="Freeform: Shape 1594">
                  <a:extLst>
                    <a:ext uri="{FF2B5EF4-FFF2-40B4-BE49-F238E27FC236}">
                      <a16:creationId xmlns:a16="http://schemas.microsoft.com/office/drawing/2014/main" id="{415F1BCF-53DF-8072-184D-2D747CC1EE31}"/>
                    </a:ext>
                  </a:extLst>
                </p:cNvPr>
                <p:cNvSpPr/>
                <p:nvPr/>
              </p:nvSpPr>
              <p:spPr>
                <a:xfrm>
                  <a:off x="4328320" y="3106324"/>
                  <a:ext cx="13751" cy="13750"/>
                </a:xfrm>
                <a:custGeom>
                  <a:avLst/>
                  <a:gdLst>
                    <a:gd name="connsiteX0" fmla="*/ 13751 w 13751"/>
                    <a:gd name="connsiteY0" fmla="*/ 0 h 13750"/>
                    <a:gd name="connsiteX1" fmla="*/ 0 w 13751"/>
                    <a:gd name="connsiteY1" fmla="*/ 0 h 13750"/>
                    <a:gd name="connsiteX2" fmla="*/ 0 w 13751"/>
                    <a:gd name="connsiteY2" fmla="*/ 13750 h 13750"/>
                    <a:gd name="connsiteX3" fmla="*/ 13751 w 13751"/>
                    <a:gd name="connsiteY3" fmla="*/ 13750 h 13750"/>
                    <a:gd name="connsiteX4" fmla="*/ 13751 w 13751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0"/>
                      </a:lnTo>
                      <a:lnTo>
                        <a:pt x="13751" y="13750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59" name="Freeform: Shape 1595">
                  <a:extLst>
                    <a:ext uri="{FF2B5EF4-FFF2-40B4-BE49-F238E27FC236}">
                      <a16:creationId xmlns:a16="http://schemas.microsoft.com/office/drawing/2014/main" id="{97F2E1B5-611F-00F9-DDB7-F90FA572B508}"/>
                    </a:ext>
                  </a:extLst>
                </p:cNvPr>
                <p:cNvSpPr/>
                <p:nvPr/>
              </p:nvSpPr>
              <p:spPr>
                <a:xfrm>
                  <a:off x="4301735" y="3106324"/>
                  <a:ext cx="13751" cy="13750"/>
                </a:xfrm>
                <a:custGeom>
                  <a:avLst/>
                  <a:gdLst>
                    <a:gd name="connsiteX0" fmla="*/ 13751 w 13751"/>
                    <a:gd name="connsiteY0" fmla="*/ 0 h 13750"/>
                    <a:gd name="connsiteX1" fmla="*/ 0 w 13751"/>
                    <a:gd name="connsiteY1" fmla="*/ 0 h 13750"/>
                    <a:gd name="connsiteX2" fmla="*/ 0 w 13751"/>
                    <a:gd name="connsiteY2" fmla="*/ 13750 h 13750"/>
                    <a:gd name="connsiteX3" fmla="*/ 13751 w 13751"/>
                    <a:gd name="connsiteY3" fmla="*/ 13750 h 13750"/>
                    <a:gd name="connsiteX4" fmla="*/ 13751 w 13751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0"/>
                      </a:lnTo>
                      <a:lnTo>
                        <a:pt x="13751" y="13750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60" name="Freeform: Shape 1596">
                  <a:extLst>
                    <a:ext uri="{FF2B5EF4-FFF2-40B4-BE49-F238E27FC236}">
                      <a16:creationId xmlns:a16="http://schemas.microsoft.com/office/drawing/2014/main" id="{9022EA75-4530-291F-FBB8-7E8F215264DA}"/>
                    </a:ext>
                  </a:extLst>
                </p:cNvPr>
                <p:cNvSpPr/>
                <p:nvPr/>
              </p:nvSpPr>
              <p:spPr>
                <a:xfrm>
                  <a:off x="4355822" y="3106324"/>
                  <a:ext cx="13751" cy="13750"/>
                </a:xfrm>
                <a:custGeom>
                  <a:avLst/>
                  <a:gdLst>
                    <a:gd name="connsiteX0" fmla="*/ 13751 w 13751"/>
                    <a:gd name="connsiteY0" fmla="*/ 0 h 13750"/>
                    <a:gd name="connsiteX1" fmla="*/ 0 w 13751"/>
                    <a:gd name="connsiteY1" fmla="*/ 0 h 13750"/>
                    <a:gd name="connsiteX2" fmla="*/ 0 w 13751"/>
                    <a:gd name="connsiteY2" fmla="*/ 13750 h 13750"/>
                    <a:gd name="connsiteX3" fmla="*/ 13751 w 13751"/>
                    <a:gd name="connsiteY3" fmla="*/ 13750 h 13750"/>
                    <a:gd name="connsiteX4" fmla="*/ 13751 w 13751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0"/>
                      </a:lnTo>
                      <a:lnTo>
                        <a:pt x="13751" y="13750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61" name="Freeform: Shape 1597">
                  <a:extLst>
                    <a:ext uri="{FF2B5EF4-FFF2-40B4-BE49-F238E27FC236}">
                      <a16:creationId xmlns:a16="http://schemas.microsoft.com/office/drawing/2014/main" id="{1AADFD09-424E-9DE1-7109-307C470ABF04}"/>
                    </a:ext>
                  </a:extLst>
                </p:cNvPr>
                <p:cNvSpPr/>
                <p:nvPr/>
              </p:nvSpPr>
              <p:spPr>
                <a:xfrm>
                  <a:off x="4383319" y="3106324"/>
                  <a:ext cx="13751" cy="13750"/>
                </a:xfrm>
                <a:custGeom>
                  <a:avLst/>
                  <a:gdLst>
                    <a:gd name="connsiteX0" fmla="*/ 13751 w 13751"/>
                    <a:gd name="connsiteY0" fmla="*/ 0 h 13750"/>
                    <a:gd name="connsiteX1" fmla="*/ 0 w 13751"/>
                    <a:gd name="connsiteY1" fmla="*/ 0 h 13750"/>
                    <a:gd name="connsiteX2" fmla="*/ 0 w 13751"/>
                    <a:gd name="connsiteY2" fmla="*/ 13750 h 13750"/>
                    <a:gd name="connsiteX3" fmla="*/ 13751 w 13751"/>
                    <a:gd name="connsiteY3" fmla="*/ 13750 h 13750"/>
                    <a:gd name="connsiteX4" fmla="*/ 13751 w 13751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0"/>
                      </a:lnTo>
                      <a:lnTo>
                        <a:pt x="13751" y="13750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62" name="Freeform: Shape 1598">
                  <a:extLst>
                    <a:ext uri="{FF2B5EF4-FFF2-40B4-BE49-F238E27FC236}">
                      <a16:creationId xmlns:a16="http://schemas.microsoft.com/office/drawing/2014/main" id="{5700D052-B290-A146-D625-F59C6A01B6B6}"/>
                    </a:ext>
                  </a:extLst>
                </p:cNvPr>
                <p:cNvSpPr/>
                <p:nvPr/>
              </p:nvSpPr>
              <p:spPr>
                <a:xfrm>
                  <a:off x="4409904" y="3106324"/>
                  <a:ext cx="13751" cy="13750"/>
                </a:xfrm>
                <a:custGeom>
                  <a:avLst/>
                  <a:gdLst>
                    <a:gd name="connsiteX0" fmla="*/ 13751 w 13751"/>
                    <a:gd name="connsiteY0" fmla="*/ 0 h 13750"/>
                    <a:gd name="connsiteX1" fmla="*/ 0 w 13751"/>
                    <a:gd name="connsiteY1" fmla="*/ 0 h 13750"/>
                    <a:gd name="connsiteX2" fmla="*/ 0 w 13751"/>
                    <a:gd name="connsiteY2" fmla="*/ 13750 h 13750"/>
                    <a:gd name="connsiteX3" fmla="*/ 13751 w 13751"/>
                    <a:gd name="connsiteY3" fmla="*/ 13750 h 13750"/>
                    <a:gd name="connsiteX4" fmla="*/ 13751 w 13751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0"/>
                      </a:lnTo>
                      <a:lnTo>
                        <a:pt x="13751" y="13750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63" name="Freeform: Shape 1599">
                  <a:extLst>
                    <a:ext uri="{FF2B5EF4-FFF2-40B4-BE49-F238E27FC236}">
                      <a16:creationId xmlns:a16="http://schemas.microsoft.com/office/drawing/2014/main" id="{C1375A0F-4871-EB52-1895-F6EC2FD89228}"/>
                    </a:ext>
                  </a:extLst>
                </p:cNvPr>
                <p:cNvSpPr/>
                <p:nvPr/>
              </p:nvSpPr>
              <p:spPr>
                <a:xfrm>
                  <a:off x="4437406" y="3106324"/>
                  <a:ext cx="13751" cy="13750"/>
                </a:xfrm>
                <a:custGeom>
                  <a:avLst/>
                  <a:gdLst>
                    <a:gd name="connsiteX0" fmla="*/ 13751 w 13751"/>
                    <a:gd name="connsiteY0" fmla="*/ 0 h 13750"/>
                    <a:gd name="connsiteX1" fmla="*/ 0 w 13751"/>
                    <a:gd name="connsiteY1" fmla="*/ 0 h 13750"/>
                    <a:gd name="connsiteX2" fmla="*/ 0 w 13751"/>
                    <a:gd name="connsiteY2" fmla="*/ 13750 h 13750"/>
                    <a:gd name="connsiteX3" fmla="*/ 13751 w 13751"/>
                    <a:gd name="connsiteY3" fmla="*/ 13750 h 13750"/>
                    <a:gd name="connsiteX4" fmla="*/ 13751 w 13751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0"/>
                      </a:lnTo>
                      <a:lnTo>
                        <a:pt x="13751" y="13750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64" name="Freeform: Shape 1600">
                  <a:extLst>
                    <a:ext uri="{FF2B5EF4-FFF2-40B4-BE49-F238E27FC236}">
                      <a16:creationId xmlns:a16="http://schemas.microsoft.com/office/drawing/2014/main" id="{A5C6A057-6D3E-CB0C-BBFF-F5248E6D743B}"/>
                    </a:ext>
                  </a:extLst>
                </p:cNvPr>
                <p:cNvSpPr/>
                <p:nvPr/>
              </p:nvSpPr>
              <p:spPr>
                <a:xfrm>
                  <a:off x="4463991" y="3106324"/>
                  <a:ext cx="13750" cy="13750"/>
                </a:xfrm>
                <a:custGeom>
                  <a:avLst/>
                  <a:gdLst>
                    <a:gd name="connsiteX0" fmla="*/ 13751 w 13750"/>
                    <a:gd name="connsiteY0" fmla="*/ 0 h 13750"/>
                    <a:gd name="connsiteX1" fmla="*/ 0 w 13750"/>
                    <a:gd name="connsiteY1" fmla="*/ 0 h 13750"/>
                    <a:gd name="connsiteX2" fmla="*/ 0 w 13750"/>
                    <a:gd name="connsiteY2" fmla="*/ 13750 h 13750"/>
                    <a:gd name="connsiteX3" fmla="*/ 13751 w 13750"/>
                    <a:gd name="connsiteY3" fmla="*/ 13750 h 13750"/>
                    <a:gd name="connsiteX4" fmla="*/ 13751 w 13750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0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0"/>
                      </a:lnTo>
                      <a:lnTo>
                        <a:pt x="13751" y="13750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65" name="Freeform: Shape 1601">
                  <a:extLst>
                    <a:ext uri="{FF2B5EF4-FFF2-40B4-BE49-F238E27FC236}">
                      <a16:creationId xmlns:a16="http://schemas.microsoft.com/office/drawing/2014/main" id="{03E642F5-9B3D-12AE-7413-9E0F96B0D608}"/>
                    </a:ext>
                  </a:extLst>
                </p:cNvPr>
                <p:cNvSpPr/>
                <p:nvPr/>
              </p:nvSpPr>
              <p:spPr>
                <a:xfrm>
                  <a:off x="4491494" y="3106324"/>
                  <a:ext cx="13751" cy="13750"/>
                </a:xfrm>
                <a:custGeom>
                  <a:avLst/>
                  <a:gdLst>
                    <a:gd name="connsiteX0" fmla="*/ 13751 w 13751"/>
                    <a:gd name="connsiteY0" fmla="*/ 0 h 13750"/>
                    <a:gd name="connsiteX1" fmla="*/ 0 w 13751"/>
                    <a:gd name="connsiteY1" fmla="*/ 0 h 13750"/>
                    <a:gd name="connsiteX2" fmla="*/ 0 w 13751"/>
                    <a:gd name="connsiteY2" fmla="*/ 13750 h 13750"/>
                    <a:gd name="connsiteX3" fmla="*/ 13751 w 13751"/>
                    <a:gd name="connsiteY3" fmla="*/ 13750 h 13750"/>
                    <a:gd name="connsiteX4" fmla="*/ 13751 w 13751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0"/>
                      </a:lnTo>
                      <a:lnTo>
                        <a:pt x="13751" y="13750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66" name="Freeform: Shape 1602">
                  <a:extLst>
                    <a:ext uri="{FF2B5EF4-FFF2-40B4-BE49-F238E27FC236}">
                      <a16:creationId xmlns:a16="http://schemas.microsoft.com/office/drawing/2014/main" id="{FFDFA47A-7C25-8651-E5F8-83C123047090}"/>
                    </a:ext>
                  </a:extLst>
                </p:cNvPr>
                <p:cNvSpPr/>
                <p:nvPr/>
              </p:nvSpPr>
              <p:spPr>
                <a:xfrm>
                  <a:off x="4518996" y="3106324"/>
                  <a:ext cx="13745" cy="13750"/>
                </a:xfrm>
                <a:custGeom>
                  <a:avLst/>
                  <a:gdLst>
                    <a:gd name="connsiteX0" fmla="*/ 13745 w 13745"/>
                    <a:gd name="connsiteY0" fmla="*/ 0 h 13750"/>
                    <a:gd name="connsiteX1" fmla="*/ 0 w 13745"/>
                    <a:gd name="connsiteY1" fmla="*/ 0 h 13750"/>
                    <a:gd name="connsiteX2" fmla="*/ 0 w 13745"/>
                    <a:gd name="connsiteY2" fmla="*/ 13750 h 13750"/>
                    <a:gd name="connsiteX3" fmla="*/ 13745 w 13745"/>
                    <a:gd name="connsiteY3" fmla="*/ 13750 h 13750"/>
                    <a:gd name="connsiteX4" fmla="*/ 13745 w 13745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45" h="13750">
                      <a:moveTo>
                        <a:pt x="13745" y="0"/>
                      </a:moveTo>
                      <a:lnTo>
                        <a:pt x="0" y="0"/>
                      </a:lnTo>
                      <a:lnTo>
                        <a:pt x="0" y="13750"/>
                      </a:lnTo>
                      <a:lnTo>
                        <a:pt x="13745" y="13750"/>
                      </a:lnTo>
                      <a:lnTo>
                        <a:pt x="13745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67" name="Freeform: Shape 1603">
                  <a:extLst>
                    <a:ext uri="{FF2B5EF4-FFF2-40B4-BE49-F238E27FC236}">
                      <a16:creationId xmlns:a16="http://schemas.microsoft.com/office/drawing/2014/main" id="{633BE2FD-74E9-2518-6D77-B5AFBBBC5502}"/>
                    </a:ext>
                  </a:extLst>
                </p:cNvPr>
                <p:cNvSpPr/>
                <p:nvPr/>
              </p:nvSpPr>
              <p:spPr>
                <a:xfrm>
                  <a:off x="4545575" y="3106324"/>
                  <a:ext cx="13751" cy="13750"/>
                </a:xfrm>
                <a:custGeom>
                  <a:avLst/>
                  <a:gdLst>
                    <a:gd name="connsiteX0" fmla="*/ 13751 w 13751"/>
                    <a:gd name="connsiteY0" fmla="*/ 0 h 13750"/>
                    <a:gd name="connsiteX1" fmla="*/ 0 w 13751"/>
                    <a:gd name="connsiteY1" fmla="*/ 0 h 13750"/>
                    <a:gd name="connsiteX2" fmla="*/ 0 w 13751"/>
                    <a:gd name="connsiteY2" fmla="*/ 13750 h 13750"/>
                    <a:gd name="connsiteX3" fmla="*/ 13751 w 13751"/>
                    <a:gd name="connsiteY3" fmla="*/ 13750 h 13750"/>
                    <a:gd name="connsiteX4" fmla="*/ 13751 w 13751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0"/>
                      </a:lnTo>
                      <a:lnTo>
                        <a:pt x="13751" y="13750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68" name="Freeform: Shape 1604">
                  <a:extLst>
                    <a:ext uri="{FF2B5EF4-FFF2-40B4-BE49-F238E27FC236}">
                      <a16:creationId xmlns:a16="http://schemas.microsoft.com/office/drawing/2014/main" id="{50758E18-F67E-0C10-BC8C-D1E7B72D83C1}"/>
                    </a:ext>
                  </a:extLst>
                </p:cNvPr>
                <p:cNvSpPr/>
                <p:nvPr/>
              </p:nvSpPr>
              <p:spPr>
                <a:xfrm>
                  <a:off x="4573078" y="3106324"/>
                  <a:ext cx="13750" cy="13750"/>
                </a:xfrm>
                <a:custGeom>
                  <a:avLst/>
                  <a:gdLst>
                    <a:gd name="connsiteX0" fmla="*/ 13751 w 13750"/>
                    <a:gd name="connsiteY0" fmla="*/ 0 h 13750"/>
                    <a:gd name="connsiteX1" fmla="*/ 0 w 13750"/>
                    <a:gd name="connsiteY1" fmla="*/ 0 h 13750"/>
                    <a:gd name="connsiteX2" fmla="*/ 0 w 13750"/>
                    <a:gd name="connsiteY2" fmla="*/ 13750 h 13750"/>
                    <a:gd name="connsiteX3" fmla="*/ 13751 w 13750"/>
                    <a:gd name="connsiteY3" fmla="*/ 13750 h 13750"/>
                    <a:gd name="connsiteX4" fmla="*/ 13751 w 13750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0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0"/>
                      </a:lnTo>
                      <a:lnTo>
                        <a:pt x="13751" y="13750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69" name="Freeform: Shape 1605">
                  <a:extLst>
                    <a:ext uri="{FF2B5EF4-FFF2-40B4-BE49-F238E27FC236}">
                      <a16:creationId xmlns:a16="http://schemas.microsoft.com/office/drawing/2014/main" id="{CCA66619-E98F-EE4D-A27C-5704C379C6B1}"/>
                    </a:ext>
                  </a:extLst>
                </p:cNvPr>
                <p:cNvSpPr/>
                <p:nvPr/>
              </p:nvSpPr>
              <p:spPr>
                <a:xfrm>
                  <a:off x="4600580" y="3106324"/>
                  <a:ext cx="13751" cy="13750"/>
                </a:xfrm>
                <a:custGeom>
                  <a:avLst/>
                  <a:gdLst>
                    <a:gd name="connsiteX0" fmla="*/ 13751 w 13751"/>
                    <a:gd name="connsiteY0" fmla="*/ 0 h 13750"/>
                    <a:gd name="connsiteX1" fmla="*/ 0 w 13751"/>
                    <a:gd name="connsiteY1" fmla="*/ 0 h 13750"/>
                    <a:gd name="connsiteX2" fmla="*/ 0 w 13751"/>
                    <a:gd name="connsiteY2" fmla="*/ 13750 h 13750"/>
                    <a:gd name="connsiteX3" fmla="*/ 13751 w 13751"/>
                    <a:gd name="connsiteY3" fmla="*/ 13750 h 13750"/>
                    <a:gd name="connsiteX4" fmla="*/ 13751 w 13751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0"/>
                      </a:lnTo>
                      <a:lnTo>
                        <a:pt x="13751" y="13750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70" name="Freeform: Shape 1606">
                  <a:extLst>
                    <a:ext uri="{FF2B5EF4-FFF2-40B4-BE49-F238E27FC236}">
                      <a16:creationId xmlns:a16="http://schemas.microsoft.com/office/drawing/2014/main" id="{3E3CD409-35A8-640D-BF4C-E9C88D940F5D}"/>
                    </a:ext>
                  </a:extLst>
                </p:cNvPr>
                <p:cNvSpPr/>
                <p:nvPr/>
              </p:nvSpPr>
              <p:spPr>
                <a:xfrm>
                  <a:off x="4600580" y="3132909"/>
                  <a:ext cx="13751" cy="13750"/>
                </a:xfrm>
                <a:custGeom>
                  <a:avLst/>
                  <a:gdLst>
                    <a:gd name="connsiteX0" fmla="*/ 13751 w 13751"/>
                    <a:gd name="connsiteY0" fmla="*/ 0 h 13750"/>
                    <a:gd name="connsiteX1" fmla="*/ 0 w 13751"/>
                    <a:gd name="connsiteY1" fmla="*/ 0 h 13750"/>
                    <a:gd name="connsiteX2" fmla="*/ 0 w 13751"/>
                    <a:gd name="connsiteY2" fmla="*/ 13751 h 13750"/>
                    <a:gd name="connsiteX3" fmla="*/ 13751 w 13751"/>
                    <a:gd name="connsiteY3" fmla="*/ 13751 h 13750"/>
                    <a:gd name="connsiteX4" fmla="*/ 13751 w 13751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1"/>
                      </a:lnTo>
                      <a:lnTo>
                        <a:pt x="13751" y="13751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71" name="Freeform: Shape 1607">
                  <a:extLst>
                    <a:ext uri="{FF2B5EF4-FFF2-40B4-BE49-F238E27FC236}">
                      <a16:creationId xmlns:a16="http://schemas.microsoft.com/office/drawing/2014/main" id="{E5D90B70-7000-E3BF-D7B2-E13578C4D0BC}"/>
                    </a:ext>
                  </a:extLst>
                </p:cNvPr>
                <p:cNvSpPr/>
                <p:nvPr/>
              </p:nvSpPr>
              <p:spPr>
                <a:xfrm>
                  <a:off x="4600580" y="3160410"/>
                  <a:ext cx="13751" cy="13750"/>
                </a:xfrm>
                <a:custGeom>
                  <a:avLst/>
                  <a:gdLst>
                    <a:gd name="connsiteX0" fmla="*/ 13751 w 13751"/>
                    <a:gd name="connsiteY0" fmla="*/ 0 h 13750"/>
                    <a:gd name="connsiteX1" fmla="*/ 0 w 13751"/>
                    <a:gd name="connsiteY1" fmla="*/ 0 h 13750"/>
                    <a:gd name="connsiteX2" fmla="*/ 0 w 13751"/>
                    <a:gd name="connsiteY2" fmla="*/ 13750 h 13750"/>
                    <a:gd name="connsiteX3" fmla="*/ 13751 w 13751"/>
                    <a:gd name="connsiteY3" fmla="*/ 13750 h 13750"/>
                    <a:gd name="connsiteX4" fmla="*/ 13751 w 13751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0"/>
                      </a:lnTo>
                      <a:lnTo>
                        <a:pt x="13751" y="13750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72" name="Freeform: Shape 1608">
                  <a:extLst>
                    <a:ext uri="{FF2B5EF4-FFF2-40B4-BE49-F238E27FC236}">
                      <a16:creationId xmlns:a16="http://schemas.microsoft.com/office/drawing/2014/main" id="{AAB97F2B-7BD4-EB6D-E31E-245444AB3527}"/>
                    </a:ext>
                  </a:extLst>
                </p:cNvPr>
                <p:cNvSpPr/>
                <p:nvPr/>
              </p:nvSpPr>
              <p:spPr>
                <a:xfrm>
                  <a:off x="4600580" y="3187910"/>
                  <a:ext cx="13751" cy="13750"/>
                </a:xfrm>
                <a:custGeom>
                  <a:avLst/>
                  <a:gdLst>
                    <a:gd name="connsiteX0" fmla="*/ 13751 w 13751"/>
                    <a:gd name="connsiteY0" fmla="*/ 0 h 13750"/>
                    <a:gd name="connsiteX1" fmla="*/ 0 w 13751"/>
                    <a:gd name="connsiteY1" fmla="*/ 0 h 13750"/>
                    <a:gd name="connsiteX2" fmla="*/ 0 w 13751"/>
                    <a:gd name="connsiteY2" fmla="*/ 13751 h 13750"/>
                    <a:gd name="connsiteX3" fmla="*/ 13751 w 13751"/>
                    <a:gd name="connsiteY3" fmla="*/ 13751 h 13750"/>
                    <a:gd name="connsiteX4" fmla="*/ 13751 w 13751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1"/>
                      </a:lnTo>
                      <a:lnTo>
                        <a:pt x="13751" y="13751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73" name="Freeform: Shape 1609">
                  <a:extLst>
                    <a:ext uri="{FF2B5EF4-FFF2-40B4-BE49-F238E27FC236}">
                      <a16:creationId xmlns:a16="http://schemas.microsoft.com/office/drawing/2014/main" id="{7FAF57AF-BDA3-D62D-D24F-277EE07B0E56}"/>
                    </a:ext>
                  </a:extLst>
                </p:cNvPr>
                <p:cNvSpPr/>
                <p:nvPr/>
              </p:nvSpPr>
              <p:spPr>
                <a:xfrm>
                  <a:off x="4600580" y="3214495"/>
                  <a:ext cx="13751" cy="13750"/>
                </a:xfrm>
                <a:custGeom>
                  <a:avLst/>
                  <a:gdLst>
                    <a:gd name="connsiteX0" fmla="*/ 13751 w 13751"/>
                    <a:gd name="connsiteY0" fmla="*/ 0 h 13750"/>
                    <a:gd name="connsiteX1" fmla="*/ 0 w 13751"/>
                    <a:gd name="connsiteY1" fmla="*/ 0 h 13750"/>
                    <a:gd name="connsiteX2" fmla="*/ 0 w 13751"/>
                    <a:gd name="connsiteY2" fmla="*/ 13750 h 13750"/>
                    <a:gd name="connsiteX3" fmla="*/ 13751 w 13751"/>
                    <a:gd name="connsiteY3" fmla="*/ 13750 h 13750"/>
                    <a:gd name="connsiteX4" fmla="*/ 13751 w 13751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0"/>
                      </a:lnTo>
                      <a:lnTo>
                        <a:pt x="13751" y="13750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74" name="Freeform: Shape 1610">
                  <a:extLst>
                    <a:ext uri="{FF2B5EF4-FFF2-40B4-BE49-F238E27FC236}">
                      <a16:creationId xmlns:a16="http://schemas.microsoft.com/office/drawing/2014/main" id="{6F1DF655-C57A-F709-E1AD-C3FE8747239C}"/>
                    </a:ext>
                  </a:extLst>
                </p:cNvPr>
                <p:cNvSpPr/>
                <p:nvPr/>
              </p:nvSpPr>
              <p:spPr>
                <a:xfrm>
                  <a:off x="4600580" y="3241995"/>
                  <a:ext cx="13751" cy="13750"/>
                </a:xfrm>
                <a:custGeom>
                  <a:avLst/>
                  <a:gdLst>
                    <a:gd name="connsiteX0" fmla="*/ 13751 w 13751"/>
                    <a:gd name="connsiteY0" fmla="*/ 0 h 13750"/>
                    <a:gd name="connsiteX1" fmla="*/ 0 w 13751"/>
                    <a:gd name="connsiteY1" fmla="*/ 0 h 13750"/>
                    <a:gd name="connsiteX2" fmla="*/ 0 w 13751"/>
                    <a:gd name="connsiteY2" fmla="*/ 13751 h 13750"/>
                    <a:gd name="connsiteX3" fmla="*/ 13751 w 13751"/>
                    <a:gd name="connsiteY3" fmla="*/ 13751 h 13750"/>
                    <a:gd name="connsiteX4" fmla="*/ 13751 w 13751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1"/>
                      </a:lnTo>
                      <a:lnTo>
                        <a:pt x="13751" y="13751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75" name="Freeform: Shape 1611">
                  <a:extLst>
                    <a:ext uri="{FF2B5EF4-FFF2-40B4-BE49-F238E27FC236}">
                      <a16:creationId xmlns:a16="http://schemas.microsoft.com/office/drawing/2014/main" id="{16F59620-8D9F-E447-D538-1F3F2118DA52}"/>
                    </a:ext>
                  </a:extLst>
                </p:cNvPr>
                <p:cNvSpPr/>
                <p:nvPr/>
              </p:nvSpPr>
              <p:spPr>
                <a:xfrm>
                  <a:off x="4600580" y="3268578"/>
                  <a:ext cx="13751" cy="13750"/>
                </a:xfrm>
                <a:custGeom>
                  <a:avLst/>
                  <a:gdLst>
                    <a:gd name="connsiteX0" fmla="*/ 13751 w 13751"/>
                    <a:gd name="connsiteY0" fmla="*/ 0 h 13750"/>
                    <a:gd name="connsiteX1" fmla="*/ 0 w 13751"/>
                    <a:gd name="connsiteY1" fmla="*/ 0 h 13750"/>
                    <a:gd name="connsiteX2" fmla="*/ 0 w 13751"/>
                    <a:gd name="connsiteY2" fmla="*/ 13751 h 13750"/>
                    <a:gd name="connsiteX3" fmla="*/ 13751 w 13751"/>
                    <a:gd name="connsiteY3" fmla="*/ 13751 h 13750"/>
                    <a:gd name="connsiteX4" fmla="*/ 13751 w 13751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1"/>
                      </a:lnTo>
                      <a:lnTo>
                        <a:pt x="13751" y="13751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76" name="Freeform: Shape 1612">
                  <a:extLst>
                    <a:ext uri="{FF2B5EF4-FFF2-40B4-BE49-F238E27FC236}">
                      <a16:creationId xmlns:a16="http://schemas.microsoft.com/office/drawing/2014/main" id="{15F2A9A2-6097-A200-6480-6A6D33585D4C}"/>
                    </a:ext>
                  </a:extLst>
                </p:cNvPr>
                <p:cNvSpPr/>
                <p:nvPr/>
              </p:nvSpPr>
              <p:spPr>
                <a:xfrm>
                  <a:off x="4600580" y="3296078"/>
                  <a:ext cx="13751" cy="13750"/>
                </a:xfrm>
                <a:custGeom>
                  <a:avLst/>
                  <a:gdLst>
                    <a:gd name="connsiteX0" fmla="*/ 13751 w 13751"/>
                    <a:gd name="connsiteY0" fmla="*/ 0 h 13750"/>
                    <a:gd name="connsiteX1" fmla="*/ 0 w 13751"/>
                    <a:gd name="connsiteY1" fmla="*/ 0 h 13750"/>
                    <a:gd name="connsiteX2" fmla="*/ 0 w 13751"/>
                    <a:gd name="connsiteY2" fmla="*/ 13751 h 13750"/>
                    <a:gd name="connsiteX3" fmla="*/ 13751 w 13751"/>
                    <a:gd name="connsiteY3" fmla="*/ 13751 h 13750"/>
                    <a:gd name="connsiteX4" fmla="*/ 13751 w 13751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1"/>
                      </a:lnTo>
                      <a:lnTo>
                        <a:pt x="13751" y="13751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77" name="Freeform: Shape 1613">
                  <a:extLst>
                    <a:ext uri="{FF2B5EF4-FFF2-40B4-BE49-F238E27FC236}">
                      <a16:creationId xmlns:a16="http://schemas.microsoft.com/office/drawing/2014/main" id="{DFE64640-A42C-675F-79AD-4D9F7CC11982}"/>
                    </a:ext>
                  </a:extLst>
                </p:cNvPr>
                <p:cNvSpPr/>
                <p:nvPr/>
              </p:nvSpPr>
              <p:spPr>
                <a:xfrm>
                  <a:off x="4600580" y="3323582"/>
                  <a:ext cx="13751" cy="13750"/>
                </a:xfrm>
                <a:custGeom>
                  <a:avLst/>
                  <a:gdLst>
                    <a:gd name="connsiteX0" fmla="*/ 13751 w 13751"/>
                    <a:gd name="connsiteY0" fmla="*/ 0 h 13750"/>
                    <a:gd name="connsiteX1" fmla="*/ 0 w 13751"/>
                    <a:gd name="connsiteY1" fmla="*/ 0 h 13750"/>
                    <a:gd name="connsiteX2" fmla="*/ 0 w 13751"/>
                    <a:gd name="connsiteY2" fmla="*/ 13750 h 13750"/>
                    <a:gd name="connsiteX3" fmla="*/ 13751 w 13751"/>
                    <a:gd name="connsiteY3" fmla="*/ 13750 h 13750"/>
                    <a:gd name="connsiteX4" fmla="*/ 13751 w 13751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0"/>
                      </a:lnTo>
                      <a:lnTo>
                        <a:pt x="13751" y="13750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78" name="Freeform: Shape 1614">
                  <a:extLst>
                    <a:ext uri="{FF2B5EF4-FFF2-40B4-BE49-F238E27FC236}">
                      <a16:creationId xmlns:a16="http://schemas.microsoft.com/office/drawing/2014/main" id="{90657242-DA76-197F-D9F1-F8D39DA03857}"/>
                    </a:ext>
                  </a:extLst>
                </p:cNvPr>
                <p:cNvSpPr/>
                <p:nvPr/>
              </p:nvSpPr>
              <p:spPr>
                <a:xfrm>
                  <a:off x="4600580" y="3350164"/>
                  <a:ext cx="13751" cy="13750"/>
                </a:xfrm>
                <a:custGeom>
                  <a:avLst/>
                  <a:gdLst>
                    <a:gd name="connsiteX0" fmla="*/ 13751 w 13751"/>
                    <a:gd name="connsiteY0" fmla="*/ 0 h 13750"/>
                    <a:gd name="connsiteX1" fmla="*/ 0 w 13751"/>
                    <a:gd name="connsiteY1" fmla="*/ 0 h 13750"/>
                    <a:gd name="connsiteX2" fmla="*/ 0 w 13751"/>
                    <a:gd name="connsiteY2" fmla="*/ 13750 h 13750"/>
                    <a:gd name="connsiteX3" fmla="*/ 13751 w 13751"/>
                    <a:gd name="connsiteY3" fmla="*/ 13750 h 13750"/>
                    <a:gd name="connsiteX4" fmla="*/ 13751 w 13751"/>
                    <a:gd name="connsiteY4" fmla="*/ 0 h 1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0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0"/>
                      </a:lnTo>
                      <a:lnTo>
                        <a:pt x="13751" y="13750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79" name="Freeform: Shape 1615">
                  <a:extLst>
                    <a:ext uri="{FF2B5EF4-FFF2-40B4-BE49-F238E27FC236}">
                      <a16:creationId xmlns:a16="http://schemas.microsoft.com/office/drawing/2014/main" id="{46BBAD39-00CA-F281-3036-F33FFCE367E5}"/>
                    </a:ext>
                  </a:extLst>
                </p:cNvPr>
                <p:cNvSpPr/>
                <p:nvPr/>
              </p:nvSpPr>
              <p:spPr>
                <a:xfrm>
                  <a:off x="4600580" y="3377664"/>
                  <a:ext cx="13751" cy="13751"/>
                </a:xfrm>
                <a:custGeom>
                  <a:avLst/>
                  <a:gdLst>
                    <a:gd name="connsiteX0" fmla="*/ 13751 w 13751"/>
                    <a:gd name="connsiteY0" fmla="*/ 0 h 13751"/>
                    <a:gd name="connsiteX1" fmla="*/ 0 w 13751"/>
                    <a:gd name="connsiteY1" fmla="*/ 0 h 13751"/>
                    <a:gd name="connsiteX2" fmla="*/ 0 w 13751"/>
                    <a:gd name="connsiteY2" fmla="*/ 13751 h 13751"/>
                    <a:gd name="connsiteX3" fmla="*/ 13751 w 13751"/>
                    <a:gd name="connsiteY3" fmla="*/ 13751 h 13751"/>
                    <a:gd name="connsiteX4" fmla="*/ 13751 w 13751"/>
                    <a:gd name="connsiteY4" fmla="*/ 0 h 137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1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1"/>
                      </a:lnTo>
                      <a:lnTo>
                        <a:pt x="13751" y="13751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80" name="Freeform: Shape 1616">
                  <a:extLst>
                    <a:ext uri="{FF2B5EF4-FFF2-40B4-BE49-F238E27FC236}">
                      <a16:creationId xmlns:a16="http://schemas.microsoft.com/office/drawing/2014/main" id="{33D1F909-061A-B44A-63DB-887D76BA1F32}"/>
                    </a:ext>
                  </a:extLst>
                </p:cNvPr>
                <p:cNvSpPr/>
                <p:nvPr/>
              </p:nvSpPr>
              <p:spPr>
                <a:xfrm>
                  <a:off x="4600580" y="3405167"/>
                  <a:ext cx="13751" cy="13751"/>
                </a:xfrm>
                <a:custGeom>
                  <a:avLst/>
                  <a:gdLst>
                    <a:gd name="connsiteX0" fmla="*/ 13751 w 13751"/>
                    <a:gd name="connsiteY0" fmla="*/ 0 h 13751"/>
                    <a:gd name="connsiteX1" fmla="*/ 0 w 13751"/>
                    <a:gd name="connsiteY1" fmla="*/ 0 h 13751"/>
                    <a:gd name="connsiteX2" fmla="*/ 0 w 13751"/>
                    <a:gd name="connsiteY2" fmla="*/ 13751 h 13751"/>
                    <a:gd name="connsiteX3" fmla="*/ 13751 w 13751"/>
                    <a:gd name="connsiteY3" fmla="*/ 13751 h 13751"/>
                    <a:gd name="connsiteX4" fmla="*/ 13751 w 13751"/>
                    <a:gd name="connsiteY4" fmla="*/ 0 h 137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751" h="13751">
                      <a:moveTo>
                        <a:pt x="13751" y="0"/>
                      </a:moveTo>
                      <a:lnTo>
                        <a:pt x="0" y="0"/>
                      </a:lnTo>
                      <a:lnTo>
                        <a:pt x="0" y="13751"/>
                      </a:lnTo>
                      <a:lnTo>
                        <a:pt x="13751" y="13751"/>
                      </a:lnTo>
                      <a:lnTo>
                        <a:pt x="13751" y="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81" name="Freeform: Shape 1617">
                  <a:extLst>
                    <a:ext uri="{FF2B5EF4-FFF2-40B4-BE49-F238E27FC236}">
                      <a16:creationId xmlns:a16="http://schemas.microsoft.com/office/drawing/2014/main" id="{43929CCE-B4C0-3763-D29D-E22DFE2CFD90}"/>
                    </a:ext>
                  </a:extLst>
                </p:cNvPr>
                <p:cNvSpPr/>
                <p:nvPr/>
              </p:nvSpPr>
              <p:spPr>
                <a:xfrm>
                  <a:off x="4521743" y="3132909"/>
                  <a:ext cx="65085" cy="65085"/>
                </a:xfrm>
                <a:custGeom>
                  <a:avLst/>
                  <a:gdLst>
                    <a:gd name="connsiteX0" fmla="*/ 29331 w 65085"/>
                    <a:gd name="connsiteY0" fmla="*/ 13751 h 65085"/>
                    <a:gd name="connsiteX1" fmla="*/ 41254 w 65085"/>
                    <a:gd name="connsiteY1" fmla="*/ 13751 h 65085"/>
                    <a:gd name="connsiteX2" fmla="*/ 13751 w 65085"/>
                    <a:gd name="connsiteY2" fmla="*/ 41251 h 65085"/>
                    <a:gd name="connsiteX3" fmla="*/ 13751 w 65085"/>
                    <a:gd name="connsiteY3" fmla="*/ 29334 h 65085"/>
                    <a:gd name="connsiteX4" fmla="*/ 0 w 65085"/>
                    <a:gd name="connsiteY4" fmla="*/ 29334 h 65085"/>
                    <a:gd name="connsiteX5" fmla="*/ 0 w 65085"/>
                    <a:gd name="connsiteY5" fmla="*/ 65085 h 65085"/>
                    <a:gd name="connsiteX6" fmla="*/ 35748 w 65085"/>
                    <a:gd name="connsiteY6" fmla="*/ 65085 h 65085"/>
                    <a:gd name="connsiteX7" fmla="*/ 35748 w 65085"/>
                    <a:gd name="connsiteY7" fmla="*/ 51335 h 65085"/>
                    <a:gd name="connsiteX8" fmla="*/ 23832 w 65085"/>
                    <a:gd name="connsiteY8" fmla="*/ 51335 h 65085"/>
                    <a:gd name="connsiteX9" fmla="*/ 51335 w 65085"/>
                    <a:gd name="connsiteY9" fmla="*/ 23834 h 65085"/>
                    <a:gd name="connsiteX10" fmla="*/ 51335 w 65085"/>
                    <a:gd name="connsiteY10" fmla="*/ 35751 h 65085"/>
                    <a:gd name="connsiteX11" fmla="*/ 65086 w 65085"/>
                    <a:gd name="connsiteY11" fmla="*/ 35751 h 65085"/>
                    <a:gd name="connsiteX12" fmla="*/ 65086 w 65085"/>
                    <a:gd name="connsiteY12" fmla="*/ 0 h 65085"/>
                    <a:gd name="connsiteX13" fmla="*/ 29331 w 65085"/>
                    <a:gd name="connsiteY13" fmla="*/ 0 h 65085"/>
                    <a:gd name="connsiteX14" fmla="*/ 29331 w 65085"/>
                    <a:gd name="connsiteY14" fmla="*/ 13751 h 65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65085" h="65085">
                      <a:moveTo>
                        <a:pt x="29331" y="13751"/>
                      </a:moveTo>
                      <a:lnTo>
                        <a:pt x="41254" y="13751"/>
                      </a:lnTo>
                      <a:lnTo>
                        <a:pt x="13751" y="41251"/>
                      </a:lnTo>
                      <a:lnTo>
                        <a:pt x="13751" y="29334"/>
                      </a:lnTo>
                      <a:lnTo>
                        <a:pt x="0" y="29334"/>
                      </a:lnTo>
                      <a:lnTo>
                        <a:pt x="0" y="65085"/>
                      </a:lnTo>
                      <a:lnTo>
                        <a:pt x="35748" y="65085"/>
                      </a:lnTo>
                      <a:lnTo>
                        <a:pt x="35748" y="51335"/>
                      </a:lnTo>
                      <a:lnTo>
                        <a:pt x="23832" y="51335"/>
                      </a:lnTo>
                      <a:lnTo>
                        <a:pt x="51335" y="23834"/>
                      </a:lnTo>
                      <a:lnTo>
                        <a:pt x="51335" y="35751"/>
                      </a:lnTo>
                      <a:lnTo>
                        <a:pt x="65086" y="35751"/>
                      </a:lnTo>
                      <a:lnTo>
                        <a:pt x="65086" y="0"/>
                      </a:lnTo>
                      <a:lnTo>
                        <a:pt x="29331" y="0"/>
                      </a:lnTo>
                      <a:lnTo>
                        <a:pt x="29331" y="13751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82" name="Freeform: Shape 1618">
                  <a:extLst>
                    <a:ext uri="{FF2B5EF4-FFF2-40B4-BE49-F238E27FC236}">
                      <a16:creationId xmlns:a16="http://schemas.microsoft.com/office/drawing/2014/main" id="{57D51942-37F3-48DC-7512-6110C578899E}"/>
                    </a:ext>
                  </a:extLst>
                </p:cNvPr>
                <p:cNvSpPr/>
                <p:nvPr/>
              </p:nvSpPr>
              <p:spPr>
                <a:xfrm>
                  <a:off x="4325573" y="3343747"/>
                  <a:ext cx="165002" cy="50414"/>
                </a:xfrm>
                <a:custGeom>
                  <a:avLst/>
                  <a:gdLst>
                    <a:gd name="connsiteX0" fmla="*/ 0 w 165002"/>
                    <a:gd name="connsiteY0" fmla="*/ 50415 h 50414"/>
                    <a:gd name="connsiteX1" fmla="*/ 165003 w 165002"/>
                    <a:gd name="connsiteY1" fmla="*/ 50415 h 50414"/>
                    <a:gd name="connsiteX2" fmla="*/ 165003 w 165002"/>
                    <a:gd name="connsiteY2" fmla="*/ 0 h 50414"/>
                    <a:gd name="connsiteX3" fmla="*/ 0 w 165002"/>
                    <a:gd name="connsiteY3" fmla="*/ 0 h 50414"/>
                    <a:gd name="connsiteX4" fmla="*/ 0 w 165002"/>
                    <a:gd name="connsiteY4" fmla="*/ 50415 h 50414"/>
                    <a:gd name="connsiteX5" fmla="*/ 12834 w 165002"/>
                    <a:gd name="connsiteY5" fmla="*/ 13750 h 50414"/>
                    <a:gd name="connsiteX6" fmla="*/ 150334 w 165002"/>
                    <a:gd name="connsiteY6" fmla="*/ 13750 h 50414"/>
                    <a:gd name="connsiteX7" fmla="*/ 150334 w 165002"/>
                    <a:gd name="connsiteY7" fmla="*/ 37584 h 50414"/>
                    <a:gd name="connsiteX8" fmla="*/ 12834 w 165002"/>
                    <a:gd name="connsiteY8" fmla="*/ 37584 h 50414"/>
                    <a:gd name="connsiteX9" fmla="*/ 12834 w 165002"/>
                    <a:gd name="connsiteY9" fmla="*/ 13750 h 50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5002" h="50414">
                      <a:moveTo>
                        <a:pt x="0" y="50415"/>
                      </a:moveTo>
                      <a:lnTo>
                        <a:pt x="165003" y="50415"/>
                      </a:lnTo>
                      <a:lnTo>
                        <a:pt x="165003" y="0"/>
                      </a:lnTo>
                      <a:lnTo>
                        <a:pt x="0" y="0"/>
                      </a:lnTo>
                      <a:lnTo>
                        <a:pt x="0" y="50415"/>
                      </a:lnTo>
                      <a:close/>
                      <a:moveTo>
                        <a:pt x="12834" y="13750"/>
                      </a:moveTo>
                      <a:lnTo>
                        <a:pt x="150334" y="13750"/>
                      </a:lnTo>
                      <a:lnTo>
                        <a:pt x="150334" y="37584"/>
                      </a:lnTo>
                      <a:lnTo>
                        <a:pt x="12834" y="37584"/>
                      </a:lnTo>
                      <a:lnTo>
                        <a:pt x="12834" y="13750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83" name="Freeform: Shape 1619">
                  <a:extLst>
                    <a:ext uri="{FF2B5EF4-FFF2-40B4-BE49-F238E27FC236}">
                      <a16:creationId xmlns:a16="http://schemas.microsoft.com/office/drawing/2014/main" id="{45E8846B-3833-A90F-E3B5-5134A809C8ED}"/>
                    </a:ext>
                  </a:extLst>
                </p:cNvPr>
                <p:cNvSpPr/>
                <p:nvPr/>
              </p:nvSpPr>
              <p:spPr>
                <a:xfrm>
                  <a:off x="4325573" y="3287828"/>
                  <a:ext cx="47664" cy="47668"/>
                </a:xfrm>
                <a:custGeom>
                  <a:avLst/>
                  <a:gdLst>
                    <a:gd name="connsiteX0" fmla="*/ 46747 w 47664"/>
                    <a:gd name="connsiteY0" fmla="*/ 0 h 47668"/>
                    <a:gd name="connsiteX1" fmla="*/ 0 w 47664"/>
                    <a:gd name="connsiteY1" fmla="*/ 0 h 47668"/>
                    <a:gd name="connsiteX2" fmla="*/ 0 w 47664"/>
                    <a:gd name="connsiteY2" fmla="*/ 47668 h 47668"/>
                    <a:gd name="connsiteX3" fmla="*/ 47665 w 47664"/>
                    <a:gd name="connsiteY3" fmla="*/ 47668 h 47668"/>
                    <a:gd name="connsiteX4" fmla="*/ 46747 w 47664"/>
                    <a:gd name="connsiteY4" fmla="*/ 0 h 47668"/>
                    <a:gd name="connsiteX5" fmla="*/ 33913 w 47664"/>
                    <a:gd name="connsiteY5" fmla="*/ 33918 h 47668"/>
                    <a:gd name="connsiteX6" fmla="*/ 12834 w 47664"/>
                    <a:gd name="connsiteY6" fmla="*/ 33918 h 47668"/>
                    <a:gd name="connsiteX7" fmla="*/ 12834 w 47664"/>
                    <a:gd name="connsiteY7" fmla="*/ 13751 h 47668"/>
                    <a:gd name="connsiteX8" fmla="*/ 32996 w 47664"/>
                    <a:gd name="connsiteY8" fmla="*/ 13751 h 47668"/>
                    <a:gd name="connsiteX9" fmla="*/ 32996 w 47664"/>
                    <a:gd name="connsiteY9" fmla="*/ 33918 h 47668"/>
                    <a:gd name="connsiteX10" fmla="*/ 33913 w 47664"/>
                    <a:gd name="connsiteY10" fmla="*/ 33918 h 47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7664" h="47668">
                      <a:moveTo>
                        <a:pt x="46747" y="0"/>
                      </a:moveTo>
                      <a:lnTo>
                        <a:pt x="0" y="0"/>
                      </a:lnTo>
                      <a:lnTo>
                        <a:pt x="0" y="47668"/>
                      </a:lnTo>
                      <a:lnTo>
                        <a:pt x="47665" y="47668"/>
                      </a:lnTo>
                      <a:lnTo>
                        <a:pt x="46747" y="0"/>
                      </a:lnTo>
                      <a:close/>
                      <a:moveTo>
                        <a:pt x="33913" y="33918"/>
                      </a:moveTo>
                      <a:lnTo>
                        <a:pt x="12834" y="33918"/>
                      </a:lnTo>
                      <a:lnTo>
                        <a:pt x="12834" y="13751"/>
                      </a:lnTo>
                      <a:lnTo>
                        <a:pt x="32996" y="13751"/>
                      </a:lnTo>
                      <a:lnTo>
                        <a:pt x="32996" y="33918"/>
                      </a:lnTo>
                      <a:lnTo>
                        <a:pt x="33913" y="33918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84" name="Freeform: Shape 1620">
                  <a:extLst>
                    <a:ext uri="{FF2B5EF4-FFF2-40B4-BE49-F238E27FC236}">
                      <a16:creationId xmlns:a16="http://schemas.microsoft.com/office/drawing/2014/main" id="{00E56CF1-520B-80E3-9AF4-8AFB128D4E0F}"/>
                    </a:ext>
                  </a:extLst>
                </p:cNvPr>
                <p:cNvSpPr/>
                <p:nvPr/>
              </p:nvSpPr>
              <p:spPr>
                <a:xfrm>
                  <a:off x="4383319" y="3287828"/>
                  <a:ext cx="47670" cy="47668"/>
                </a:xfrm>
                <a:custGeom>
                  <a:avLst/>
                  <a:gdLst>
                    <a:gd name="connsiteX0" fmla="*/ 47671 w 47670"/>
                    <a:gd name="connsiteY0" fmla="*/ 0 h 47668"/>
                    <a:gd name="connsiteX1" fmla="*/ 0 w 47670"/>
                    <a:gd name="connsiteY1" fmla="*/ 0 h 47668"/>
                    <a:gd name="connsiteX2" fmla="*/ 0 w 47670"/>
                    <a:gd name="connsiteY2" fmla="*/ 47668 h 47668"/>
                    <a:gd name="connsiteX3" fmla="*/ 47671 w 47670"/>
                    <a:gd name="connsiteY3" fmla="*/ 47668 h 47668"/>
                    <a:gd name="connsiteX4" fmla="*/ 47671 w 47670"/>
                    <a:gd name="connsiteY4" fmla="*/ 0 h 47668"/>
                    <a:gd name="connsiteX5" fmla="*/ 33919 w 47670"/>
                    <a:gd name="connsiteY5" fmla="*/ 33918 h 47668"/>
                    <a:gd name="connsiteX6" fmla="*/ 13751 w 47670"/>
                    <a:gd name="connsiteY6" fmla="*/ 33918 h 47668"/>
                    <a:gd name="connsiteX7" fmla="*/ 13751 w 47670"/>
                    <a:gd name="connsiteY7" fmla="*/ 13751 h 47668"/>
                    <a:gd name="connsiteX8" fmla="*/ 33919 w 47670"/>
                    <a:gd name="connsiteY8" fmla="*/ 13751 h 47668"/>
                    <a:gd name="connsiteX9" fmla="*/ 33919 w 47670"/>
                    <a:gd name="connsiteY9" fmla="*/ 33918 h 47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7670" h="47668">
                      <a:moveTo>
                        <a:pt x="47671" y="0"/>
                      </a:moveTo>
                      <a:lnTo>
                        <a:pt x="0" y="0"/>
                      </a:lnTo>
                      <a:lnTo>
                        <a:pt x="0" y="47668"/>
                      </a:lnTo>
                      <a:lnTo>
                        <a:pt x="47671" y="47668"/>
                      </a:lnTo>
                      <a:lnTo>
                        <a:pt x="47671" y="0"/>
                      </a:lnTo>
                      <a:close/>
                      <a:moveTo>
                        <a:pt x="33919" y="33918"/>
                      </a:moveTo>
                      <a:lnTo>
                        <a:pt x="13751" y="33918"/>
                      </a:lnTo>
                      <a:lnTo>
                        <a:pt x="13751" y="13751"/>
                      </a:lnTo>
                      <a:lnTo>
                        <a:pt x="33919" y="13751"/>
                      </a:lnTo>
                      <a:lnTo>
                        <a:pt x="33919" y="33918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85" name="Freeform: Shape 1621">
                  <a:extLst>
                    <a:ext uri="{FF2B5EF4-FFF2-40B4-BE49-F238E27FC236}">
                      <a16:creationId xmlns:a16="http://schemas.microsoft.com/office/drawing/2014/main" id="{36ACE3C0-3A89-72F6-91E0-508C9905AC06}"/>
                    </a:ext>
                  </a:extLst>
                </p:cNvPr>
                <p:cNvSpPr/>
                <p:nvPr/>
              </p:nvSpPr>
              <p:spPr>
                <a:xfrm>
                  <a:off x="4441988" y="3287828"/>
                  <a:ext cx="47670" cy="47668"/>
                </a:xfrm>
                <a:custGeom>
                  <a:avLst/>
                  <a:gdLst>
                    <a:gd name="connsiteX0" fmla="*/ 0 w 47670"/>
                    <a:gd name="connsiteY0" fmla="*/ 47668 h 47668"/>
                    <a:gd name="connsiteX1" fmla="*/ 47671 w 47670"/>
                    <a:gd name="connsiteY1" fmla="*/ 47668 h 47668"/>
                    <a:gd name="connsiteX2" fmla="*/ 47671 w 47670"/>
                    <a:gd name="connsiteY2" fmla="*/ 0 h 47668"/>
                    <a:gd name="connsiteX3" fmla="*/ 0 w 47670"/>
                    <a:gd name="connsiteY3" fmla="*/ 0 h 47668"/>
                    <a:gd name="connsiteX4" fmla="*/ 0 w 47670"/>
                    <a:gd name="connsiteY4" fmla="*/ 47668 h 47668"/>
                    <a:gd name="connsiteX5" fmla="*/ 13751 w 47670"/>
                    <a:gd name="connsiteY5" fmla="*/ 13751 h 47668"/>
                    <a:gd name="connsiteX6" fmla="*/ 33919 w 47670"/>
                    <a:gd name="connsiteY6" fmla="*/ 13751 h 47668"/>
                    <a:gd name="connsiteX7" fmla="*/ 33919 w 47670"/>
                    <a:gd name="connsiteY7" fmla="*/ 33918 h 47668"/>
                    <a:gd name="connsiteX8" fmla="*/ 13751 w 47670"/>
                    <a:gd name="connsiteY8" fmla="*/ 33918 h 47668"/>
                    <a:gd name="connsiteX9" fmla="*/ 13751 w 47670"/>
                    <a:gd name="connsiteY9" fmla="*/ 13751 h 47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7670" h="47668">
                      <a:moveTo>
                        <a:pt x="0" y="47668"/>
                      </a:moveTo>
                      <a:lnTo>
                        <a:pt x="47671" y="47668"/>
                      </a:lnTo>
                      <a:lnTo>
                        <a:pt x="47671" y="0"/>
                      </a:lnTo>
                      <a:lnTo>
                        <a:pt x="0" y="0"/>
                      </a:lnTo>
                      <a:lnTo>
                        <a:pt x="0" y="47668"/>
                      </a:lnTo>
                      <a:close/>
                      <a:moveTo>
                        <a:pt x="13751" y="13751"/>
                      </a:moveTo>
                      <a:lnTo>
                        <a:pt x="33919" y="13751"/>
                      </a:lnTo>
                      <a:lnTo>
                        <a:pt x="33919" y="33918"/>
                      </a:lnTo>
                      <a:lnTo>
                        <a:pt x="13751" y="33918"/>
                      </a:lnTo>
                      <a:lnTo>
                        <a:pt x="13751" y="13751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86" name="Freeform: Shape 1622">
                  <a:extLst>
                    <a:ext uri="{FF2B5EF4-FFF2-40B4-BE49-F238E27FC236}">
                      <a16:creationId xmlns:a16="http://schemas.microsoft.com/office/drawing/2014/main" id="{0691BF68-3A86-75A9-5536-45BE9BC086EE}"/>
                    </a:ext>
                  </a:extLst>
                </p:cNvPr>
                <p:cNvSpPr/>
                <p:nvPr/>
              </p:nvSpPr>
              <p:spPr>
                <a:xfrm>
                  <a:off x="4325573" y="3230077"/>
                  <a:ext cx="47664" cy="47668"/>
                </a:xfrm>
                <a:custGeom>
                  <a:avLst/>
                  <a:gdLst>
                    <a:gd name="connsiteX0" fmla="*/ 46747 w 47664"/>
                    <a:gd name="connsiteY0" fmla="*/ 0 h 47668"/>
                    <a:gd name="connsiteX1" fmla="*/ 0 w 47664"/>
                    <a:gd name="connsiteY1" fmla="*/ 0 h 47668"/>
                    <a:gd name="connsiteX2" fmla="*/ 0 w 47664"/>
                    <a:gd name="connsiteY2" fmla="*/ 47668 h 47668"/>
                    <a:gd name="connsiteX3" fmla="*/ 47665 w 47664"/>
                    <a:gd name="connsiteY3" fmla="*/ 47668 h 47668"/>
                    <a:gd name="connsiteX4" fmla="*/ 46747 w 47664"/>
                    <a:gd name="connsiteY4" fmla="*/ 0 h 47668"/>
                    <a:gd name="connsiteX5" fmla="*/ 33913 w 47664"/>
                    <a:gd name="connsiteY5" fmla="*/ 33918 h 47668"/>
                    <a:gd name="connsiteX6" fmla="*/ 12834 w 47664"/>
                    <a:gd name="connsiteY6" fmla="*/ 33918 h 47668"/>
                    <a:gd name="connsiteX7" fmla="*/ 12834 w 47664"/>
                    <a:gd name="connsiteY7" fmla="*/ 13751 h 47668"/>
                    <a:gd name="connsiteX8" fmla="*/ 32996 w 47664"/>
                    <a:gd name="connsiteY8" fmla="*/ 13751 h 47668"/>
                    <a:gd name="connsiteX9" fmla="*/ 32996 w 47664"/>
                    <a:gd name="connsiteY9" fmla="*/ 33918 h 47668"/>
                    <a:gd name="connsiteX10" fmla="*/ 33913 w 47664"/>
                    <a:gd name="connsiteY10" fmla="*/ 33918 h 47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7664" h="47668">
                      <a:moveTo>
                        <a:pt x="46747" y="0"/>
                      </a:moveTo>
                      <a:lnTo>
                        <a:pt x="0" y="0"/>
                      </a:lnTo>
                      <a:lnTo>
                        <a:pt x="0" y="47668"/>
                      </a:lnTo>
                      <a:lnTo>
                        <a:pt x="47665" y="47668"/>
                      </a:lnTo>
                      <a:lnTo>
                        <a:pt x="46747" y="0"/>
                      </a:lnTo>
                      <a:close/>
                      <a:moveTo>
                        <a:pt x="33913" y="33918"/>
                      </a:moveTo>
                      <a:lnTo>
                        <a:pt x="12834" y="33918"/>
                      </a:lnTo>
                      <a:lnTo>
                        <a:pt x="12834" y="13751"/>
                      </a:lnTo>
                      <a:lnTo>
                        <a:pt x="32996" y="13751"/>
                      </a:lnTo>
                      <a:lnTo>
                        <a:pt x="32996" y="33918"/>
                      </a:lnTo>
                      <a:lnTo>
                        <a:pt x="33913" y="33918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87" name="Freeform: Shape 1623">
                  <a:extLst>
                    <a:ext uri="{FF2B5EF4-FFF2-40B4-BE49-F238E27FC236}">
                      <a16:creationId xmlns:a16="http://schemas.microsoft.com/office/drawing/2014/main" id="{F6D1C21D-EE77-68B6-0ED2-8A017C8ECD7F}"/>
                    </a:ext>
                  </a:extLst>
                </p:cNvPr>
                <p:cNvSpPr/>
                <p:nvPr/>
              </p:nvSpPr>
              <p:spPr>
                <a:xfrm>
                  <a:off x="4383319" y="3230077"/>
                  <a:ext cx="47670" cy="47668"/>
                </a:xfrm>
                <a:custGeom>
                  <a:avLst/>
                  <a:gdLst>
                    <a:gd name="connsiteX0" fmla="*/ 47671 w 47670"/>
                    <a:gd name="connsiteY0" fmla="*/ 0 h 47668"/>
                    <a:gd name="connsiteX1" fmla="*/ 0 w 47670"/>
                    <a:gd name="connsiteY1" fmla="*/ 0 h 47668"/>
                    <a:gd name="connsiteX2" fmla="*/ 0 w 47670"/>
                    <a:gd name="connsiteY2" fmla="*/ 47668 h 47668"/>
                    <a:gd name="connsiteX3" fmla="*/ 47671 w 47670"/>
                    <a:gd name="connsiteY3" fmla="*/ 47668 h 47668"/>
                    <a:gd name="connsiteX4" fmla="*/ 47671 w 47670"/>
                    <a:gd name="connsiteY4" fmla="*/ 0 h 47668"/>
                    <a:gd name="connsiteX5" fmla="*/ 33919 w 47670"/>
                    <a:gd name="connsiteY5" fmla="*/ 33918 h 47668"/>
                    <a:gd name="connsiteX6" fmla="*/ 13751 w 47670"/>
                    <a:gd name="connsiteY6" fmla="*/ 33918 h 47668"/>
                    <a:gd name="connsiteX7" fmla="*/ 13751 w 47670"/>
                    <a:gd name="connsiteY7" fmla="*/ 13751 h 47668"/>
                    <a:gd name="connsiteX8" fmla="*/ 33919 w 47670"/>
                    <a:gd name="connsiteY8" fmla="*/ 13751 h 47668"/>
                    <a:gd name="connsiteX9" fmla="*/ 33919 w 47670"/>
                    <a:gd name="connsiteY9" fmla="*/ 33918 h 47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7670" h="47668">
                      <a:moveTo>
                        <a:pt x="47671" y="0"/>
                      </a:moveTo>
                      <a:lnTo>
                        <a:pt x="0" y="0"/>
                      </a:lnTo>
                      <a:lnTo>
                        <a:pt x="0" y="47668"/>
                      </a:lnTo>
                      <a:lnTo>
                        <a:pt x="47671" y="47668"/>
                      </a:lnTo>
                      <a:lnTo>
                        <a:pt x="47671" y="0"/>
                      </a:lnTo>
                      <a:close/>
                      <a:moveTo>
                        <a:pt x="33919" y="33918"/>
                      </a:moveTo>
                      <a:lnTo>
                        <a:pt x="13751" y="33918"/>
                      </a:lnTo>
                      <a:lnTo>
                        <a:pt x="13751" y="13751"/>
                      </a:lnTo>
                      <a:lnTo>
                        <a:pt x="33919" y="13751"/>
                      </a:lnTo>
                      <a:lnTo>
                        <a:pt x="33919" y="33918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  <p:sp>
              <p:nvSpPr>
                <p:cNvPr id="1688" name="Freeform: Shape 1624">
                  <a:extLst>
                    <a:ext uri="{FF2B5EF4-FFF2-40B4-BE49-F238E27FC236}">
                      <a16:creationId xmlns:a16="http://schemas.microsoft.com/office/drawing/2014/main" id="{D26D2940-9172-AD5B-C110-7185439782D3}"/>
                    </a:ext>
                  </a:extLst>
                </p:cNvPr>
                <p:cNvSpPr/>
                <p:nvPr/>
              </p:nvSpPr>
              <p:spPr>
                <a:xfrm>
                  <a:off x="4441988" y="3230077"/>
                  <a:ext cx="47670" cy="47668"/>
                </a:xfrm>
                <a:custGeom>
                  <a:avLst/>
                  <a:gdLst>
                    <a:gd name="connsiteX0" fmla="*/ 0 w 47670"/>
                    <a:gd name="connsiteY0" fmla="*/ 47668 h 47668"/>
                    <a:gd name="connsiteX1" fmla="*/ 47671 w 47670"/>
                    <a:gd name="connsiteY1" fmla="*/ 47668 h 47668"/>
                    <a:gd name="connsiteX2" fmla="*/ 47671 w 47670"/>
                    <a:gd name="connsiteY2" fmla="*/ 0 h 47668"/>
                    <a:gd name="connsiteX3" fmla="*/ 0 w 47670"/>
                    <a:gd name="connsiteY3" fmla="*/ 0 h 47668"/>
                    <a:gd name="connsiteX4" fmla="*/ 0 w 47670"/>
                    <a:gd name="connsiteY4" fmla="*/ 47668 h 47668"/>
                    <a:gd name="connsiteX5" fmla="*/ 13751 w 47670"/>
                    <a:gd name="connsiteY5" fmla="*/ 13751 h 47668"/>
                    <a:gd name="connsiteX6" fmla="*/ 33919 w 47670"/>
                    <a:gd name="connsiteY6" fmla="*/ 13751 h 47668"/>
                    <a:gd name="connsiteX7" fmla="*/ 33919 w 47670"/>
                    <a:gd name="connsiteY7" fmla="*/ 33918 h 47668"/>
                    <a:gd name="connsiteX8" fmla="*/ 13751 w 47670"/>
                    <a:gd name="connsiteY8" fmla="*/ 33918 h 47668"/>
                    <a:gd name="connsiteX9" fmla="*/ 13751 w 47670"/>
                    <a:gd name="connsiteY9" fmla="*/ 13751 h 47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7670" h="47668">
                      <a:moveTo>
                        <a:pt x="0" y="47668"/>
                      </a:moveTo>
                      <a:lnTo>
                        <a:pt x="47671" y="47668"/>
                      </a:lnTo>
                      <a:lnTo>
                        <a:pt x="47671" y="0"/>
                      </a:lnTo>
                      <a:lnTo>
                        <a:pt x="0" y="0"/>
                      </a:lnTo>
                      <a:lnTo>
                        <a:pt x="0" y="47668"/>
                      </a:lnTo>
                      <a:close/>
                      <a:moveTo>
                        <a:pt x="13751" y="13751"/>
                      </a:moveTo>
                      <a:lnTo>
                        <a:pt x="33919" y="13751"/>
                      </a:lnTo>
                      <a:lnTo>
                        <a:pt x="33919" y="33918"/>
                      </a:lnTo>
                      <a:lnTo>
                        <a:pt x="13751" y="33918"/>
                      </a:lnTo>
                      <a:lnTo>
                        <a:pt x="13751" y="13751"/>
                      </a:lnTo>
                      <a:close/>
                    </a:path>
                  </a:pathLst>
                </a:custGeom>
                <a:solidFill>
                  <a:srgbClr val="2D5967"/>
                </a:solidFill>
                <a:ln w="64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10"/>
                </a:p>
              </p:txBody>
            </p:sp>
          </p:grpSp>
        </p:grpSp>
        <p:sp>
          <p:nvSpPr>
            <p:cNvPr id="1689" name="TextBox 1625">
              <a:extLst>
                <a:ext uri="{FF2B5EF4-FFF2-40B4-BE49-F238E27FC236}">
                  <a16:creationId xmlns:a16="http://schemas.microsoft.com/office/drawing/2014/main" id="{3D49F2F2-3B90-D858-2421-EA7DC2ACDF54}"/>
                </a:ext>
              </a:extLst>
            </p:cNvPr>
            <p:cNvSpPr txBox="1"/>
            <p:nvPr/>
          </p:nvSpPr>
          <p:spPr>
            <a:xfrm>
              <a:off x="4093816" y="3414183"/>
              <a:ext cx="1080594" cy="2721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Autoscaling</a:t>
              </a:r>
              <a:endParaRPr lang="en-US" sz="900" spc="0" baseline="0" dirty="0">
                <a:ln/>
                <a:solidFill>
                  <a:srgbClr val="000000"/>
                </a:solidFill>
                <a:latin typeface="Oracle Sans"/>
                <a:cs typeface="Oracle Sans"/>
                <a:sym typeface="Oracle Sans"/>
                <a:rtl val="0"/>
              </a:endParaRPr>
            </a:p>
            <a:p>
              <a:pPr algn="l"/>
              <a:r>
                <a:rPr lang="en-US" sz="900" b="1" spc="0" baseline="0" dirty="0">
                  <a:ln/>
                  <a:solidFill>
                    <a:srgbClr val="000000"/>
                  </a:solidFill>
                  <a:latin typeface="Oracle Sans"/>
                  <a:cs typeface="Oracle Sans"/>
                  <a:sym typeface="Oracle Sans"/>
                  <a:rtl val="0"/>
                </a:rPr>
                <a:t>Min 2 / Initial 2 / Max Capacity</a:t>
              </a:r>
              <a:endParaRPr lang="en-US" sz="900" spc="0" baseline="0" dirty="0">
                <a:ln/>
                <a:solidFill>
                  <a:srgbClr val="000000"/>
                </a:solidFill>
                <a:latin typeface="Oracle Sans"/>
                <a:cs typeface="Oracle Sans"/>
                <a:sym typeface="Oracle Sans"/>
                <a:rtl val="0"/>
              </a:endParaRPr>
            </a:p>
          </p:txBody>
        </p:sp>
      </p:grpSp>
      <p:sp>
        <p:nvSpPr>
          <p:cNvPr id="1691" name="Generated Connector"/>
          <p:cNvSpPr/>
          <p:nvPr/>
        </p:nvSpPr>
        <p:spPr>
          <a:xfrm>
            <a:off x="1905000" y="2171700"/>
            <a:ext cx="2286000" cy="1"/>
          </a:xfrm>
          <a:custGeom>
            <a:avLst/>
            <a:gdLst/>
            <a:ahLst/>
            <a:cxnLst/>
            <a:rect l="l" t="t" r="r" b="b"/>
            <a:pathLst>
              <a:path w="2286000" h="1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2700" cap="flat">
            <a:solidFill>
              <a:srgbClr val="312D2A"/>
            </a:solidFill>
            <a:miter lim="800000"/>
            <a:tailEnd type="arrow" w="med" len="sm"/>
          </a:ln>
        </p:spPr>
        <p:txBody>
          <a:bodyPr rtlCol="0"/>
          <a:lstStyle/>
          <a:p>
            <a:endParaRPr/>
          </a:p>
        </p:txBody>
      </p:sp>
      <p:sp>
        <p:nvSpPr>
          <p:cNvPr id="1693" name="Generated Connector"/>
          <p:cNvSpPr/>
          <p:nvPr/>
        </p:nvSpPr>
        <p:spPr>
          <a:xfrm>
            <a:off x="4762500" y="2438400"/>
            <a:ext cx="1" cy="708660"/>
          </a:xfrm>
          <a:custGeom>
            <a:avLst/>
            <a:gdLst/>
            <a:ahLst/>
            <a:cxnLst/>
            <a:rect l="l" t="t" r="r" b="b"/>
            <a:pathLst>
              <a:path w="1" h="708660">
                <a:moveTo>
                  <a:pt x="0" y="0"/>
                </a:moveTo>
                <a:lnTo>
                  <a:pt x="0" y="708660"/>
                </a:lnTo>
              </a:path>
            </a:pathLst>
          </a:custGeom>
          <a:noFill/>
          <a:ln w="12700" cap="flat">
            <a:solidFill>
              <a:srgbClr val="312D2A"/>
            </a:solidFill>
            <a:miter lim="800000"/>
            <a:tailEnd type="arrow" w="med" len="sm"/>
          </a:ln>
        </p:spPr>
        <p:txBody>
          <a:bodyPr rtlCol="0"/>
          <a:lstStyle/>
          <a:p>
            <a:endParaRPr/>
          </a:p>
        </p:txBody>
      </p:sp>
      <p:sp>
        <p:nvSpPr>
          <p:cNvPr id="1694" name="Generated Connector"/>
          <p:cNvSpPr/>
          <p:nvPr/>
        </p:nvSpPr>
        <p:spPr>
          <a:xfrm>
            <a:off x="4762500" y="3909060"/>
            <a:ext cx="1" cy="838200"/>
          </a:xfrm>
          <a:custGeom>
            <a:avLst/>
            <a:gdLst/>
            <a:ahLst/>
            <a:cxnLst/>
            <a:rect l="l" t="t" r="r" b="b"/>
            <a:pathLst>
              <a:path w="1" h="838200">
                <a:moveTo>
                  <a:pt x="0" y="0"/>
                </a:moveTo>
                <a:lnTo>
                  <a:pt x="0" y="838200"/>
                </a:lnTo>
              </a:path>
            </a:pathLst>
          </a:custGeom>
          <a:noFill/>
          <a:ln w="12700" cap="flat">
            <a:solidFill>
              <a:srgbClr val="312D2A"/>
            </a:solidFill>
            <a:miter lim="800000"/>
            <a:tailEnd type="arrow" w="med" len="sm"/>
          </a:ln>
        </p:spPr>
        <p:txBody>
          <a:bodyPr rtlCol="0"/>
          <a:lstStyle/>
          <a:p>
            <a:endParaRPr/>
          </a:p>
        </p:txBody>
      </p:sp>
      <p:sp>
        <p:nvSpPr>
          <p:cNvPr id="1695" name="Generated Connector"/>
          <p:cNvSpPr/>
          <p:nvPr/>
        </p:nvSpPr>
        <p:spPr>
          <a:xfrm>
            <a:off x="5334000" y="5124450"/>
            <a:ext cx="990600" cy="1"/>
          </a:xfrm>
          <a:custGeom>
            <a:avLst/>
            <a:gdLst/>
            <a:ahLst/>
            <a:cxnLst/>
            <a:rect l="l" t="t" r="r" b="b"/>
            <a:pathLst>
              <a:path w="990600" h="1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/>
          <a:ln w="12700" cap="flat">
            <a:solidFill>
              <a:srgbClr val="312D2A"/>
            </a:solidFill>
            <a:miter lim="800000"/>
            <a:tailEnd type="arrow" w="med" len="sm"/>
          </a:ln>
        </p:spPr>
        <p:txBody>
          <a:bodyPr rtlCol="0"/>
          <a:lstStyle/>
          <a:p>
            <a:endParaRPr/>
          </a:p>
        </p:txBody>
      </p:sp>
      <p:sp>
        <p:nvSpPr>
          <p:cNvPr id="1697" name="Generated Connector"/>
          <p:cNvSpPr/>
          <p:nvPr/>
        </p:nvSpPr>
        <p:spPr>
          <a:xfrm>
            <a:off x="8001000" y="5124450"/>
            <a:ext cx="609600" cy="1"/>
          </a:xfrm>
          <a:custGeom>
            <a:avLst/>
            <a:gdLst/>
            <a:ahLst/>
            <a:cxnLst/>
            <a:rect l="l" t="t" r="r" b="b"/>
            <a:pathLst>
              <a:path w="609600" h="1">
                <a:moveTo>
                  <a:pt x="609600" y="0"/>
                </a:move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312D2A"/>
            </a:solidFill>
            <a:prstDash val="sysDot"/>
            <a:miter lim="800000"/>
            <a:tailEnd type="arrow" w="med" len="sm"/>
          </a:ln>
        </p:spPr>
        <p:txBody>
          <a:bodyPr rtlCol="0"/>
          <a:lstStyle/>
          <a:p>
            <a:endParaRPr/>
          </a:p>
        </p:txBody>
      </p:sp>
      <p:sp>
        <p:nvSpPr>
          <p:cNvPr id="1692" name="Generated Text"/>
          <p:cNvSpPr txBox="1"/>
          <p:nvPr/>
        </p:nvSpPr>
        <p:spPr>
          <a:xfrm>
            <a:off x="2773680" y="1988820"/>
            <a:ext cx="54864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800">
                <a:solidFill>
                  <a:srgbClr val="312D2A"/>
                </a:solidFill>
                <a:latin typeface="Arial"/>
              </a:rPr>
              <a:t>SSH</a:t>
            </a:r>
          </a:p>
        </p:txBody>
      </p:sp>
      <p:sp>
        <p:nvSpPr>
          <p:cNvPr id="1696" name="Generated Text"/>
          <p:cNvSpPr txBox="1"/>
          <p:nvPr/>
        </p:nvSpPr>
        <p:spPr>
          <a:xfrm>
            <a:off x="5257800" y="4941570"/>
            <a:ext cx="114300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800">
                <a:solidFill>
                  <a:srgbClr val="312D2A"/>
                </a:solidFill>
                <a:latin typeface="Arial"/>
              </a:rPr>
              <a:t>RDMA Control/Data</a:t>
            </a:r>
          </a:p>
        </p:txBody>
      </p:sp>
      <p:sp>
        <p:nvSpPr>
          <p:cNvPr id="1698" name="Generated Text"/>
          <p:cNvSpPr txBox="1"/>
          <p:nvPr/>
        </p:nvSpPr>
        <p:spPr>
          <a:xfrm>
            <a:off x="7754798" y="4966904"/>
            <a:ext cx="1404231" cy="1231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312D2A"/>
                </a:solidFill>
                <a:latin typeface="Arial"/>
              </a:rPr>
              <a:t>Memory threshold policy 80/30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cle-Redwood">
  <a:themeElements>
    <a:clrScheme name="OCI Diagram Theme">
      <a:dk1>
        <a:srgbClr val="312D2A"/>
      </a:dk1>
      <a:lt1>
        <a:srgbClr val="FCFBFA"/>
      </a:lt1>
      <a:dk2>
        <a:srgbClr val="312D2A"/>
      </a:dk2>
      <a:lt2>
        <a:srgbClr val="F5F4F2"/>
      </a:lt2>
      <a:accent1>
        <a:srgbClr val="C74634"/>
      </a:accent1>
      <a:accent2>
        <a:srgbClr val="DFDCD8"/>
      </a:accent2>
      <a:accent3>
        <a:srgbClr val="9E9892"/>
      </a:accent3>
      <a:accent4>
        <a:srgbClr val="70736E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Oracle-Redwood" id="{8BE79FF4-0D8A-4ED5-A401-50AAEC6F828C}" vid="{6994013A-E361-44C9-8659-FCCBEEFCC8B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14144</TotalTime>
  <Words>73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Arial</vt:lpstr>
      <vt:lpstr>Calibri</vt:lpstr>
      <vt:lpstr>Georgia</vt:lpstr>
      <vt:lpstr>Open Sans</vt:lpstr>
      <vt:lpstr>Open Sans SemiBold</vt:lpstr>
      <vt:lpstr>Oracle Sans</vt:lpstr>
      <vt:lpstr>Oracle Sans Light</vt:lpstr>
      <vt:lpstr>Oracle Sans Tab</vt:lpstr>
      <vt:lpstr>Oracle Sans Tab Light</vt:lpstr>
      <vt:lpstr>System Font Regular</vt:lpstr>
      <vt:lpstr>Oracle-Redwood</vt:lpstr>
      <vt:lpstr>Custom Design</vt:lpstr>
      <vt:lpstr>PowerPoint Presentation</vt:lpstr>
    </vt:vector>
  </TitlesOfParts>
  <Company>Oracle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Cloud Infrastructure</dc:title>
  <dc:creator>Dawn Tyler</dc:creator>
  <cp:lastModifiedBy>Nicholas Cusato</cp:lastModifiedBy>
  <cp:revision>350</cp:revision>
  <dcterms:created xsi:type="dcterms:W3CDTF">2021-11-23T21:18:36Z</dcterms:created>
  <dcterms:modified xsi:type="dcterms:W3CDTF">2026-04-25T01:21:24Z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Oracle-Redwood:7\Custom Design:5</vt:lpwstr>
  </property>
  <property fmtid="{D5CDD505-2E9C-101B-9397-08002B2CF9AE}" pid="3" name="ClassificationContentMarkingFooterText">
    <vt:lpwstr>Confidential - Oracle Restricted \Employees Only</vt:lpwstr>
  </property>
  <property fmtid="{D5CDD505-2E9C-101B-9397-08002B2CF9AE}" pid="4" name="ClassificationContentMarkingHeaderLocations">
    <vt:lpwstr>Oracle-Redwood:6\Custom Design:4</vt:lpwstr>
  </property>
  <property fmtid="{D5CDD505-2E9C-101B-9397-08002B2CF9AE}" pid="5" name="ClassificationContentMarkingHeaderText">
    <vt:lpwstr>Confidential - Oracle Restricted \Employees Only</vt:lpwstr>
  </property>
</Properties>
</file>